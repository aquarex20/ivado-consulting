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11_DA27810D.xml" ContentType="application/vnd.ms-powerpoint.comments+xml"/>
  <Override PartName="/ppt/comments/modernComment_113_65FDF67F.xml" ContentType="application/vnd.ms-powerpoint.comments+xml"/>
  <Override PartName="/ppt/ink/ink1.xml" ContentType="application/inkml+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73" r:id="rId2"/>
    <p:sldId id="276" r:id="rId3"/>
    <p:sldId id="275" r:id="rId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C9FD648-CEDD-AAA2-0541-78B8F0E9DE8D}" name="Kamel Kheroua" initials="" userId="S::Kamel.Kheroua@education.gouv.qc.ca::6cbb6219-580b-4da2-9cec-a873afa24322" providerId="AD"/>
  <p188:author id="{3855ED58-6FEC-CED1-66F9-8B17BDE6C694}" name="Kamel Kheroua" initials="KK" userId="S::kamel.kheroua@education.gouv.qc.ca::6cbb6219-580b-4da2-9cec-a873afa24322" providerId="AD"/>
  <p188:author id="{2F76C7B3-3F81-5CA7-833E-2E75B5055134}" name="Youssef Bessi(externe)" initials="YB" userId="S::youssef.bessi.ext@education.gouv.qc.ca::57e93750-93d9-4a3a-a803-4f7f50203a9b" providerId="AD"/>
  <p188:author id="{8C1803FD-3A0D-7590-2C11-932730E54876}" name="Julie Martel" initials="JM" userId="S::Julie.Martel@education.gouv.qc.ca::9c350952-2026-42df-822f-671156092db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7F6F3"/>
    <a:srgbClr val="C0DAE9"/>
    <a:srgbClr val="4AD3A7"/>
    <a:srgbClr val="FDB651"/>
    <a:srgbClr val="939BD7"/>
    <a:srgbClr val="E7F9EC"/>
    <a:srgbClr val="9F40A7"/>
    <a:srgbClr val="46A98E"/>
    <a:srgbClr val="E6F7EC"/>
    <a:srgbClr val="DAEF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58CB38-113D-4AB9-AC92-0CB6AF1FE82C}" v="13" dt="2026-06-23T13:50:13.5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6" d="100"/>
          <a:sy n="56" d="100"/>
        </p:scale>
        <p:origin x="97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12" Type="http://schemas.microsoft.com/office/2018/10/relationships/authors" Target="author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notesMaster" Target="notesMasters/notesMaster1.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mel Kheroua" userId="6cbb6219-580b-4da2-9cec-a873afa24322" providerId="ADAL" clId="{355CFA3E-F3FF-4649-BE9A-E2D2B0293FFA}"/>
    <pc:docChg chg="undo custSel addSld delSld modSld sldOrd">
      <pc:chgData name="Kamel Kheroua" userId="6cbb6219-580b-4da2-9cec-a873afa24322" providerId="ADAL" clId="{355CFA3E-F3FF-4649-BE9A-E2D2B0293FFA}" dt="2026-06-23T14:58:56.577" v="122" actId="47"/>
      <pc:docMkLst>
        <pc:docMk/>
      </pc:docMkLst>
      <pc:sldChg chg="del ord">
        <pc:chgData name="Kamel Kheroua" userId="6cbb6219-580b-4da2-9cec-a873afa24322" providerId="ADAL" clId="{355CFA3E-F3FF-4649-BE9A-E2D2B0293FFA}" dt="2026-06-23T14:58:56.577" v="122" actId="47"/>
        <pc:sldMkLst>
          <pc:docMk/>
          <pc:sldMk cId="3875339371" sldId="256"/>
        </pc:sldMkLst>
      </pc:sldChg>
      <pc:sldChg chg="addSp delSp modSp del mod">
        <pc:chgData name="Kamel Kheroua" userId="6cbb6219-580b-4da2-9cec-a873afa24322" providerId="ADAL" clId="{355CFA3E-F3FF-4649-BE9A-E2D2B0293FFA}" dt="2026-06-23T14:58:54.457" v="121" actId="47"/>
        <pc:sldMkLst>
          <pc:docMk/>
          <pc:sldMk cId="3618453856" sldId="274"/>
        </pc:sldMkLst>
        <pc:picChg chg="add mod">
          <ac:chgData name="Kamel Kheroua" userId="6cbb6219-580b-4da2-9cec-a873afa24322" providerId="ADAL" clId="{355CFA3E-F3FF-4649-BE9A-E2D2B0293FFA}" dt="2026-06-23T13:30:36.006" v="23" actId="207"/>
          <ac:picMkLst>
            <pc:docMk/>
            <pc:sldMk cId="3618453856" sldId="274"/>
            <ac:picMk id="5" creationId="{10122ADE-CA09-F627-4D73-5A94E14A76E1}"/>
          </ac:picMkLst>
        </pc:picChg>
      </pc:sldChg>
      <pc:sldChg chg="addSp delSp modSp mod">
        <pc:chgData name="Kamel Kheroua" userId="6cbb6219-580b-4da2-9cec-a873afa24322" providerId="ADAL" clId="{355CFA3E-F3FF-4649-BE9A-E2D2B0293FFA}" dt="2026-06-23T14:16:03.227" v="118" actId="14100"/>
        <pc:sldMkLst>
          <pc:docMk/>
          <pc:sldMk cId="1711142527" sldId="275"/>
        </pc:sldMkLst>
        <pc:spChg chg="del">
          <ac:chgData name="Kamel Kheroua" userId="6cbb6219-580b-4da2-9cec-a873afa24322" providerId="ADAL" clId="{355CFA3E-F3FF-4649-BE9A-E2D2B0293FFA}" dt="2026-06-23T13:48:10.418" v="70" actId="478"/>
          <ac:spMkLst>
            <pc:docMk/>
            <pc:sldMk cId="1711142527" sldId="275"/>
            <ac:spMk id="4" creationId="{3D31F678-45C2-20B7-1F31-30D330CAE120}"/>
          </ac:spMkLst>
        </pc:spChg>
        <pc:spChg chg="mod">
          <ac:chgData name="Kamel Kheroua" userId="6cbb6219-580b-4da2-9cec-a873afa24322" providerId="ADAL" clId="{355CFA3E-F3FF-4649-BE9A-E2D2B0293FFA}" dt="2026-06-23T13:50:24.893" v="86" actId="1076"/>
          <ac:spMkLst>
            <pc:docMk/>
            <pc:sldMk cId="1711142527" sldId="275"/>
            <ac:spMk id="14" creationId="{17DC2051-D8AD-42EB-8AD1-8C9C5B5971FE}"/>
          </ac:spMkLst>
        </pc:spChg>
        <pc:spChg chg="mod">
          <ac:chgData name="Kamel Kheroua" userId="6cbb6219-580b-4da2-9cec-a873afa24322" providerId="ADAL" clId="{355CFA3E-F3FF-4649-BE9A-E2D2B0293FFA}" dt="2026-06-23T13:32:26.324" v="65" actId="207"/>
          <ac:spMkLst>
            <pc:docMk/>
            <pc:sldMk cId="1711142527" sldId="275"/>
            <ac:spMk id="20" creationId="{7DEB9978-097C-C15C-1BA1-5ADF5017BB7F}"/>
          </ac:spMkLst>
        </pc:spChg>
        <pc:spChg chg="add mod">
          <ac:chgData name="Kamel Kheroua" userId="6cbb6219-580b-4da2-9cec-a873afa24322" providerId="ADAL" clId="{355CFA3E-F3FF-4649-BE9A-E2D2B0293FFA}" dt="2026-06-23T13:32:10.059" v="63" actId="1076"/>
          <ac:spMkLst>
            <pc:docMk/>
            <pc:sldMk cId="1711142527" sldId="275"/>
            <ac:spMk id="37" creationId="{49B18CE0-EC3C-C627-23CF-F09C5AD3CA8F}"/>
          </ac:spMkLst>
        </pc:spChg>
        <pc:spChg chg="del">
          <ac:chgData name="Kamel Kheroua" userId="6cbb6219-580b-4da2-9cec-a873afa24322" providerId="ADAL" clId="{355CFA3E-F3FF-4649-BE9A-E2D2B0293FFA}" dt="2026-06-23T13:48:13.398" v="71" actId="478"/>
          <ac:spMkLst>
            <pc:docMk/>
            <pc:sldMk cId="1711142527" sldId="275"/>
            <ac:spMk id="38" creationId="{1D01C121-2238-038F-679D-C2A71F77D148}"/>
          </ac:spMkLst>
        </pc:spChg>
        <pc:spChg chg="del">
          <ac:chgData name="Kamel Kheroua" userId="6cbb6219-580b-4da2-9cec-a873afa24322" providerId="ADAL" clId="{355CFA3E-F3FF-4649-BE9A-E2D2B0293FFA}" dt="2026-06-23T13:48:07.147" v="69" actId="478"/>
          <ac:spMkLst>
            <pc:docMk/>
            <pc:sldMk cId="1711142527" sldId="275"/>
            <ac:spMk id="39" creationId="{55FDCF6C-4C08-3650-14B2-9F4EBACF1472}"/>
          </ac:spMkLst>
        </pc:spChg>
        <pc:spChg chg="add mod">
          <ac:chgData name="Kamel Kheroua" userId="6cbb6219-580b-4da2-9cec-a873afa24322" providerId="ADAL" clId="{355CFA3E-F3FF-4649-BE9A-E2D2B0293FFA}" dt="2026-06-23T14:16:03.227" v="118" actId="14100"/>
          <ac:spMkLst>
            <pc:docMk/>
            <pc:sldMk cId="1711142527" sldId="275"/>
            <ac:spMk id="41" creationId="{67BA99DE-0944-78D5-98D9-8426072EF150}"/>
          </ac:spMkLst>
        </pc:spChg>
        <pc:spChg chg="add mod">
          <ac:chgData name="Kamel Kheroua" userId="6cbb6219-580b-4da2-9cec-a873afa24322" providerId="ADAL" clId="{355CFA3E-F3FF-4649-BE9A-E2D2B0293FFA}" dt="2026-06-23T13:50:49.951" v="108" actId="207"/>
          <ac:spMkLst>
            <pc:docMk/>
            <pc:sldMk cId="1711142527" sldId="275"/>
            <ac:spMk id="42" creationId="{A347CD62-E0D5-EBE1-C784-35261DE685F3}"/>
          </ac:spMkLst>
        </pc:spChg>
        <pc:spChg chg="del">
          <ac:chgData name="Kamel Kheroua" userId="6cbb6219-580b-4da2-9cec-a873afa24322" providerId="ADAL" clId="{355CFA3E-F3FF-4649-BE9A-E2D2B0293FFA}" dt="2026-06-23T13:48:40.260" v="72" actId="478"/>
          <ac:spMkLst>
            <pc:docMk/>
            <pc:sldMk cId="1711142527" sldId="275"/>
            <ac:spMk id="45" creationId="{D1B91494-2885-C89B-D221-268F63F2DBD1}"/>
          </ac:spMkLst>
        </pc:spChg>
        <pc:picChg chg="mod">
          <ac:chgData name="Kamel Kheroua" userId="6cbb6219-580b-4da2-9cec-a873afa24322" providerId="ADAL" clId="{355CFA3E-F3FF-4649-BE9A-E2D2B0293FFA}" dt="2026-06-23T14:15:56.052" v="117" actId="1076"/>
          <ac:picMkLst>
            <pc:docMk/>
            <pc:sldMk cId="1711142527" sldId="275"/>
            <ac:picMk id="5" creationId="{710D3352-03C8-A291-48D8-680374731AA0}"/>
          </ac:picMkLst>
        </pc:picChg>
        <pc:picChg chg="add mod">
          <ac:chgData name="Kamel Kheroua" userId="6cbb6219-580b-4da2-9cec-a873afa24322" providerId="ADAL" clId="{355CFA3E-F3FF-4649-BE9A-E2D2B0293FFA}" dt="2026-06-23T13:29:05.735" v="12" actId="931"/>
          <ac:picMkLst>
            <pc:docMk/>
            <pc:sldMk cId="1711142527" sldId="275"/>
            <ac:picMk id="12" creationId="{4A7D8B29-5C0C-7054-4AFE-002AEA99F662}"/>
          </ac:picMkLst>
        </pc:picChg>
        <pc:picChg chg="add mod">
          <ac:chgData name="Kamel Kheroua" userId="6cbb6219-580b-4da2-9cec-a873afa24322" providerId="ADAL" clId="{355CFA3E-F3FF-4649-BE9A-E2D2B0293FFA}" dt="2026-06-23T13:31:15.547" v="60" actId="1038"/>
          <ac:picMkLst>
            <pc:docMk/>
            <pc:sldMk cId="1711142527" sldId="275"/>
            <ac:picMk id="13" creationId="{858A0363-B44E-BC50-6C84-3BA388AFBB46}"/>
          </ac:picMkLst>
        </pc:picChg>
        <pc:picChg chg="add del mod">
          <ac:chgData name="Kamel Kheroua" userId="6cbb6219-580b-4da2-9cec-a873afa24322" providerId="ADAL" clId="{355CFA3E-F3FF-4649-BE9A-E2D2B0293FFA}" dt="2026-06-23T13:30:46.291" v="26" actId="478"/>
          <ac:picMkLst>
            <pc:docMk/>
            <pc:sldMk cId="1711142527" sldId="275"/>
            <ac:picMk id="34" creationId="{B2DA9813-D648-2248-F264-9BF7B7F3BF35}"/>
          </ac:picMkLst>
        </pc:picChg>
        <pc:picChg chg="add mod">
          <ac:chgData name="Kamel Kheroua" userId="6cbb6219-580b-4da2-9cec-a873afa24322" providerId="ADAL" clId="{355CFA3E-F3FF-4649-BE9A-E2D2B0293FFA}" dt="2026-06-23T13:31:53.139" v="61" actId="1076"/>
          <ac:picMkLst>
            <pc:docMk/>
            <pc:sldMk cId="1711142527" sldId="275"/>
            <ac:picMk id="36" creationId="{29011F33-8597-8E2B-CB6E-5015762C33B1}"/>
          </ac:picMkLst>
        </pc:picChg>
      </pc:sldChg>
      <pc:sldChg chg="addSp delSp modSp new mod">
        <pc:chgData name="Kamel Kheroua" userId="6cbb6219-580b-4da2-9cec-a873afa24322" providerId="ADAL" clId="{355CFA3E-F3FF-4649-BE9A-E2D2B0293FFA}" dt="2026-06-23T13:46:47.458" v="67" actId="1076"/>
        <pc:sldMkLst>
          <pc:docMk/>
          <pc:sldMk cId="708478176" sldId="276"/>
        </pc:sldMkLst>
        <pc:spChg chg="add mod">
          <ac:chgData name="Kamel Kheroua" userId="6cbb6219-580b-4da2-9cec-a873afa24322" providerId="ADAL" clId="{355CFA3E-F3FF-4649-BE9A-E2D2B0293FFA}" dt="2026-06-11T14:59:12.461" v="7" actId="1076"/>
          <ac:spMkLst>
            <pc:docMk/>
            <pc:sldMk cId="708478176" sldId="276"/>
            <ac:spMk id="6" creationId="{6FBA7AED-6358-1F92-A945-0289AE635190}"/>
          </ac:spMkLst>
        </pc:spChg>
        <pc:spChg chg="add mod">
          <ac:chgData name="Kamel Kheroua" userId="6cbb6219-580b-4da2-9cec-a873afa24322" providerId="ADAL" clId="{355CFA3E-F3FF-4649-BE9A-E2D2B0293FFA}" dt="2026-06-11T14:59:22.387" v="9" actId="1076"/>
          <ac:spMkLst>
            <pc:docMk/>
            <pc:sldMk cId="708478176" sldId="276"/>
            <ac:spMk id="7" creationId="{8C4EA472-D66F-A9F3-AD7B-106715DBA897}"/>
          </ac:spMkLst>
        </pc:spChg>
        <pc:spChg chg="add mod">
          <ac:chgData name="Kamel Kheroua" userId="6cbb6219-580b-4da2-9cec-a873afa24322" providerId="ADAL" clId="{355CFA3E-F3FF-4649-BE9A-E2D2B0293FFA}" dt="2026-06-11T14:59:29.493" v="11" actId="1076"/>
          <ac:spMkLst>
            <pc:docMk/>
            <pc:sldMk cId="708478176" sldId="276"/>
            <ac:spMk id="8" creationId="{1E78E202-31AB-FE70-F018-69B6C00B4823}"/>
          </ac:spMkLst>
        </pc:spChg>
        <pc:picChg chg="add mod">
          <ac:chgData name="Kamel Kheroua" userId="6cbb6219-580b-4da2-9cec-a873afa24322" providerId="ADAL" clId="{355CFA3E-F3FF-4649-BE9A-E2D2B0293FFA}" dt="2026-06-23T13:46:47.458" v="67" actId="1076"/>
          <ac:picMkLst>
            <pc:docMk/>
            <pc:sldMk cId="708478176" sldId="276"/>
            <ac:picMk id="5" creationId="{F05297B9-8FA0-011D-C71C-C6B1FF12F637}"/>
          </ac:picMkLst>
        </pc:picChg>
      </pc:sldChg>
      <pc:sldChg chg="add del">
        <pc:chgData name="Kamel Kheroua" userId="6cbb6219-580b-4da2-9cec-a873afa24322" providerId="ADAL" clId="{355CFA3E-F3FF-4649-BE9A-E2D2B0293FFA}" dt="2026-06-23T14:58:53.913" v="120" actId="47"/>
        <pc:sldMkLst>
          <pc:docMk/>
          <pc:sldMk cId="2848296938" sldId="277"/>
        </pc:sldMkLst>
      </pc:sldChg>
      <pc:sldChg chg="delSp new del mod">
        <pc:chgData name="Kamel Kheroua" userId="6cbb6219-580b-4da2-9cec-a873afa24322" providerId="ADAL" clId="{355CFA3E-F3FF-4649-BE9A-E2D2B0293FFA}" dt="2026-06-23T14:58:52.643" v="119" actId="47"/>
        <pc:sldMkLst>
          <pc:docMk/>
          <pc:sldMk cId="1170673654" sldId="278"/>
        </pc:sldMkLst>
        <pc:spChg chg="del">
          <ac:chgData name="Kamel Kheroua" userId="6cbb6219-580b-4da2-9cec-a873afa24322" providerId="ADAL" clId="{355CFA3E-F3FF-4649-BE9A-E2D2B0293FFA}" dt="2026-06-23T13:53:20.013" v="113" actId="478"/>
          <ac:spMkLst>
            <pc:docMk/>
            <pc:sldMk cId="1170673654" sldId="278"/>
            <ac:spMk id="2" creationId="{2F1A18A5-4379-FCAC-6645-9ECA27B14A3A}"/>
          </ac:spMkLst>
        </pc:spChg>
        <pc:spChg chg="del">
          <ac:chgData name="Kamel Kheroua" userId="6cbb6219-580b-4da2-9cec-a873afa24322" providerId="ADAL" clId="{355CFA3E-F3FF-4649-BE9A-E2D2B0293FFA}" dt="2026-06-23T13:53:21.520" v="114" actId="478"/>
          <ac:spMkLst>
            <pc:docMk/>
            <pc:sldMk cId="1170673654" sldId="278"/>
            <ac:spMk id="3" creationId="{E8BE6DED-FBFF-E5A8-E2B8-A1A5708639D2}"/>
          </ac:spMkLst>
        </pc:spChg>
      </pc:sldChg>
    </pc:docChg>
  </pc:docChgLst>
</pc:chgInfo>
</file>

<file path=ppt/comments/modernComment_111_DA27810D.xml><?xml version="1.0" encoding="utf-8"?>
<p188:cmLst xmlns:a="http://schemas.openxmlformats.org/drawingml/2006/main" xmlns:r="http://schemas.openxmlformats.org/officeDocument/2006/relationships" xmlns:p188="http://schemas.microsoft.com/office/powerpoint/2018/8/main">
  <p188:cm id="{30D22D12-8E6A-4287-9746-A7498F8BA2A8}" authorId="{8C1803FD-3A0D-7590-2C11-932730E54876}" created="2026-06-10T11:43:13.444" startDate="2026-06-10T11:43:13.444" dueDate="2026-06-10T11:43:13.444" assignedTo="{CC9FD648-CEDD-AAA2-0541-78B8F0E9DE8D}" title="@Kamel Kheroua Pourquoi nous ne retrouvons pas les besoins d’affaires énoncés au DO et au DA à ce niveau. Ce qui est énoncé présentement ce sont des besoins technologiques focussés sur la solution et non les besoins d’affaires. IA, worflow, OCR, tableaux…">
    <ac:txMkLst xmlns:ac="http://schemas.microsoft.com/office/drawing/2013/main/command">
      <pc:docMk xmlns:pc="http://schemas.microsoft.com/office/powerpoint/2013/main/command"/>
      <pc:sldMk xmlns:pc="http://schemas.microsoft.com/office/powerpoint/2013/main/command" cId="3660022029" sldId="273"/>
      <ac:spMk id="4" creationId="{BADBE471-BD30-2388-B094-80137C1B684A}"/>
      <ac:txMk cp="0" len="293">
        <ac:context len="294" hash="864940888"/>
      </ac:txMk>
    </ac:txMkLst>
    <p188:pos x="6646746" y="266797"/>
    <p188:txBody>
      <a:bodyPr/>
      <a:lstStyle/>
      <a:p>
        <a:r>
          <a:rPr lang="fr-CA"/>
          <a:t>[@Kamel Kheroua] 
Pourquoi nous ne retrouvons pas les besoins d’affaires énoncés au DO et au DA à ce niveau. 
Ce qui est énoncé présentement ce sont des besoins technologiques focussés sur la solution et non les besoins d’affaires. 
IA, worflow, OCR, tableaux de bord sont des morceaux de solution. 
Je propose vivement de rappeler ici les besoins d’affaires du DO et DA. Par la suite dans les résultats attendus traduire comment nous allons répondre à ces besoins avec les éléments de solution</a:t>
        </a:r>
      </a:p>
    </p188:txBody>
    <p188:extLst>
      <p:ext xmlns:p="http://schemas.openxmlformats.org/presentationml/2006/main" uri="{5BB2D875-25FF-4072-B9AC-8F64D62656EB}">
        <p228:taskDetails xmlns:p228="http://schemas.microsoft.com/office/powerpoint/2022/08/main">
          <p228:history>
            <p228:event time="2026-06-10T11:43:13.444" id="{9530A529-7684-4243-B3DD-771A8176E830}">
              <p228:atrbtn authorId="{8C1803FD-3A0D-7590-2C11-932730E54876}"/>
              <p228:anchr>
                <p228:comment id="{30D22D12-8E6A-4287-9746-A7498F8BA2A8}"/>
              </p228:anchr>
              <p228:add/>
            </p228:event>
            <p228:event time="2026-06-10T11:43:13.444" id="{5210B5E6-354A-42B2-AE19-4F51185161F1}">
              <p228:atrbtn authorId="{8C1803FD-3A0D-7590-2C11-932730E54876}"/>
              <p228:anchr>
                <p228:comment id="{30D22D12-8E6A-4287-9746-A7498F8BA2A8}"/>
              </p228:anchr>
              <p228:asgn authorId="{CC9FD648-CEDD-AAA2-0541-78B8F0E9DE8D}"/>
            </p228:event>
            <p228:event time="2026-06-10T11:43:13.444" id="{A64857B5-ABA2-432F-8A0A-8FBB53443401}">
              <p228:atrbtn authorId="{8C1803FD-3A0D-7590-2C11-932730E54876}"/>
              <p228:anchr>
                <p228:comment id="{30D22D12-8E6A-4287-9746-A7498F8BA2A8}"/>
              </p228:anchr>
              <p228:title val="@Kamel Kheroua Pourquoi nous ne retrouvons pas les besoins d’affaires énoncés au DO et au DA à ce niveau. Ce qui est énoncé présentement ce sont des besoins technologiques focussés sur la solution et non les besoins d’affaires. IA, worflow, OCR, tableaux…"/>
            </p228:event>
            <p228:event time="2026-06-10T11:43:13.444" id="{9ED7C2E5-B25B-46B5-9D41-03EE7E1DB0EF}">
              <p228:atrbtn authorId="{8C1803FD-3A0D-7590-2C11-932730E54876}"/>
              <p228:anchr>
                <p228:comment id="{30D22D12-8E6A-4287-9746-A7498F8BA2A8}"/>
              </p228:anchr>
              <p228:date stDt="2026-06-10T11:43:13.444" endDt="2026-06-10T11:43:13.444"/>
            </p228:event>
          </p228:history>
        </p228:taskDetails>
      </p:ext>
    </p188:extLst>
  </p188:cm>
</p188:cmLst>
</file>

<file path=ppt/comments/modernComment_113_65FDF67F.xml><?xml version="1.0" encoding="utf-8"?>
<p188:cmLst xmlns:a="http://schemas.openxmlformats.org/drawingml/2006/main" xmlns:r="http://schemas.openxmlformats.org/officeDocument/2006/relationships" xmlns:p188="http://schemas.microsoft.com/office/powerpoint/2018/8/main">
  <p188:cm id="{E89AB3D4-48BB-49E3-BB54-983100AE5FAE}" authorId="{3855ED58-6FEC-CED1-66F9-8B17BDE6C694}" created="2026-06-10T15:58:03.224">
    <pc:sldMkLst xmlns:pc="http://schemas.microsoft.com/office/powerpoint/2013/main/command">
      <pc:docMk/>
      <pc:sldMk cId="1711142527" sldId="275"/>
    </pc:sldMkLst>
    <p188:txBody>
      <a:bodyPr/>
      <a:lstStyle/>
      <a:p>
        <a:r>
          <a:rPr lang="fr-CA"/>
          <a:t>Proposition d’ajustement des Livraisons
1.     Nettoyage des règles (mise en place d’un agent IA)
2.     Livraison 2: Mise en place d’un portail sécurisé qui permet le dépôt de documents + un workflow + un OCR + des écrans de traitement manuel des documents (comment ???). 
3.     Livraison 3: la mise en place de tableaux de bords.
4.     Livraison 4: Mise en place d'un agent IA pour l'Analyse automatisée des documents.</a:t>
        </a:r>
      </a:p>
    </p188:txBody>
    <p188:extLst>
      <p:ext xmlns:p="http://schemas.openxmlformats.org/presentationml/2006/main" uri="{57CB4572-C831-44C2-8A1C-0ADB6CCDFE69}">
        <p223:reactions xmlns:p223="http://schemas.microsoft.com/office/powerpoint/2022/03/main">
          <p223:rxn type="👍">
            <p223:instance time="2026-06-10T17:28:07.280" authorId="{8C1803FD-3A0D-7590-2C11-932730E54876}"/>
          </p223:rxn>
        </p223:reactions>
      </p:ext>
    </p188:extLst>
  </p188:cm>
</p188:cmLst>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1T14:27:24.939"/>
    </inkml:context>
    <inkml:brush xml:id="br0">
      <inkml:brushProperty name="width" value="0.1" units="cm"/>
      <inkml:brushProperty name="height" value="0.1" units="cm"/>
      <inkml:brushProperty name="color" value="#E71224"/>
    </inkml:brush>
  </inkml:definitions>
  <inkml:trace contextRef="#ctx0" brushRef="#br0">1 1 9830,'0'0'0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964775-B7FA-4E2E-9B02-68F045CAFE89}" type="datetimeFigureOut">
              <a:rPr lang="fr-CA" smtClean="0"/>
              <a:t>2026-06-23</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D799E4-4F4A-4777-9544-5533D1A0F61F}" type="slidenum">
              <a:rPr lang="fr-CA" smtClean="0"/>
              <a:t>‹N°›</a:t>
            </a:fld>
            <a:endParaRPr lang="fr-CA"/>
          </a:p>
        </p:txBody>
      </p:sp>
    </p:spTree>
    <p:extLst>
      <p:ext uri="{BB962C8B-B14F-4D97-AF65-F5344CB8AC3E}">
        <p14:creationId xmlns:p14="http://schemas.microsoft.com/office/powerpoint/2010/main" val="3007883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46BCAAF-CBC0-DE98-7BE7-580DE105238D}"/>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CA"/>
          </a:p>
        </p:txBody>
      </p:sp>
      <p:sp>
        <p:nvSpPr>
          <p:cNvPr id="3" name="Sous-titre 2">
            <a:extLst>
              <a:ext uri="{FF2B5EF4-FFF2-40B4-BE49-F238E27FC236}">
                <a16:creationId xmlns:a16="http://schemas.microsoft.com/office/drawing/2014/main" id="{8D97A43A-1553-C2CA-1D06-80010DD940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a:extLst>
              <a:ext uri="{FF2B5EF4-FFF2-40B4-BE49-F238E27FC236}">
                <a16:creationId xmlns:a16="http://schemas.microsoft.com/office/drawing/2014/main" id="{FEDC6D5D-39AB-A589-9509-2A73A8FDA0F5}"/>
              </a:ext>
            </a:extLst>
          </p:cNvPr>
          <p:cNvSpPr>
            <a:spLocks noGrp="1"/>
          </p:cNvSpPr>
          <p:nvPr>
            <p:ph type="dt" sz="half" idx="10"/>
          </p:nvPr>
        </p:nvSpPr>
        <p:spPr/>
        <p:txBody>
          <a:bodyPr/>
          <a:lstStyle/>
          <a:p>
            <a:fld id="{38249155-3FEB-4717-B682-B87D70848B46}" type="datetimeFigureOut">
              <a:rPr lang="fr-CA" smtClean="0"/>
              <a:t>2026-06-23</a:t>
            </a:fld>
            <a:endParaRPr lang="fr-CA"/>
          </a:p>
        </p:txBody>
      </p:sp>
      <p:sp>
        <p:nvSpPr>
          <p:cNvPr id="5" name="Espace réservé du pied de page 4">
            <a:extLst>
              <a:ext uri="{FF2B5EF4-FFF2-40B4-BE49-F238E27FC236}">
                <a16:creationId xmlns:a16="http://schemas.microsoft.com/office/drawing/2014/main" id="{9E25E542-709A-53FA-1DCB-41F5DAD18455}"/>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36ACABCA-0F2F-1630-DB66-C959BF80E699}"/>
              </a:ext>
            </a:extLst>
          </p:cNvPr>
          <p:cNvSpPr>
            <a:spLocks noGrp="1"/>
          </p:cNvSpPr>
          <p:nvPr>
            <p:ph type="sldNum" sz="quarter" idx="12"/>
          </p:nvPr>
        </p:nvSpPr>
        <p:spPr/>
        <p:txBody>
          <a:bodyPr/>
          <a:lstStyle/>
          <a:p>
            <a:fld id="{9CF3C635-E551-4BBB-B502-508E4FD71F62}" type="slidenum">
              <a:rPr lang="fr-CA" smtClean="0"/>
              <a:t>‹N°›</a:t>
            </a:fld>
            <a:endParaRPr lang="fr-CA"/>
          </a:p>
        </p:txBody>
      </p:sp>
    </p:spTree>
    <p:extLst>
      <p:ext uri="{BB962C8B-B14F-4D97-AF65-F5344CB8AC3E}">
        <p14:creationId xmlns:p14="http://schemas.microsoft.com/office/powerpoint/2010/main" val="2406210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646C662-07B3-96F0-54C1-B11A3B627310}"/>
              </a:ext>
            </a:extLst>
          </p:cNvPr>
          <p:cNvSpPr>
            <a:spLocks noGrp="1"/>
          </p:cNvSpPr>
          <p:nvPr>
            <p:ph type="title"/>
          </p:nvPr>
        </p:nvSpPr>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DCF2D251-B253-B64B-3946-6C45EA816EAD}"/>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4EF28C34-A4B5-093E-6B72-BA0CD44C8093}"/>
              </a:ext>
            </a:extLst>
          </p:cNvPr>
          <p:cNvSpPr>
            <a:spLocks noGrp="1"/>
          </p:cNvSpPr>
          <p:nvPr>
            <p:ph type="dt" sz="half" idx="10"/>
          </p:nvPr>
        </p:nvSpPr>
        <p:spPr/>
        <p:txBody>
          <a:bodyPr/>
          <a:lstStyle/>
          <a:p>
            <a:fld id="{38249155-3FEB-4717-B682-B87D70848B46}" type="datetimeFigureOut">
              <a:rPr lang="fr-CA" smtClean="0"/>
              <a:t>2026-06-23</a:t>
            </a:fld>
            <a:endParaRPr lang="fr-CA"/>
          </a:p>
        </p:txBody>
      </p:sp>
      <p:sp>
        <p:nvSpPr>
          <p:cNvPr id="5" name="Espace réservé du pied de page 4">
            <a:extLst>
              <a:ext uri="{FF2B5EF4-FFF2-40B4-BE49-F238E27FC236}">
                <a16:creationId xmlns:a16="http://schemas.microsoft.com/office/drawing/2014/main" id="{A409D89E-5D98-07C9-823F-B29C8204B563}"/>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54AFC819-94BA-4164-CAAF-D7B9942A76AB}"/>
              </a:ext>
            </a:extLst>
          </p:cNvPr>
          <p:cNvSpPr>
            <a:spLocks noGrp="1"/>
          </p:cNvSpPr>
          <p:nvPr>
            <p:ph type="sldNum" sz="quarter" idx="12"/>
          </p:nvPr>
        </p:nvSpPr>
        <p:spPr/>
        <p:txBody>
          <a:bodyPr/>
          <a:lstStyle/>
          <a:p>
            <a:fld id="{9CF3C635-E551-4BBB-B502-508E4FD71F62}" type="slidenum">
              <a:rPr lang="fr-CA" smtClean="0"/>
              <a:t>‹N°›</a:t>
            </a:fld>
            <a:endParaRPr lang="fr-CA"/>
          </a:p>
        </p:txBody>
      </p:sp>
    </p:spTree>
    <p:extLst>
      <p:ext uri="{BB962C8B-B14F-4D97-AF65-F5344CB8AC3E}">
        <p14:creationId xmlns:p14="http://schemas.microsoft.com/office/powerpoint/2010/main" val="3813152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34DD3C-4668-AA53-6716-AB93CCE081A5}"/>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CA"/>
          </a:p>
        </p:txBody>
      </p:sp>
      <p:sp>
        <p:nvSpPr>
          <p:cNvPr id="3" name="Espace réservé du texte 2">
            <a:extLst>
              <a:ext uri="{FF2B5EF4-FFF2-40B4-BE49-F238E27FC236}">
                <a16:creationId xmlns:a16="http://schemas.microsoft.com/office/drawing/2014/main" id="{AAFF32FC-B630-3C41-6ED1-0CA524D564C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55A5B5BE-C72E-49E2-5A7B-76DECAA54DC2}"/>
              </a:ext>
            </a:extLst>
          </p:cNvPr>
          <p:cNvSpPr>
            <a:spLocks noGrp="1"/>
          </p:cNvSpPr>
          <p:nvPr>
            <p:ph type="dt" sz="half" idx="10"/>
          </p:nvPr>
        </p:nvSpPr>
        <p:spPr/>
        <p:txBody>
          <a:bodyPr/>
          <a:lstStyle/>
          <a:p>
            <a:fld id="{38249155-3FEB-4717-B682-B87D70848B46}" type="datetimeFigureOut">
              <a:rPr lang="fr-CA" smtClean="0"/>
              <a:t>2026-06-23</a:t>
            </a:fld>
            <a:endParaRPr lang="fr-CA"/>
          </a:p>
        </p:txBody>
      </p:sp>
      <p:sp>
        <p:nvSpPr>
          <p:cNvPr id="5" name="Espace réservé du pied de page 4">
            <a:extLst>
              <a:ext uri="{FF2B5EF4-FFF2-40B4-BE49-F238E27FC236}">
                <a16:creationId xmlns:a16="http://schemas.microsoft.com/office/drawing/2014/main" id="{04B34D22-C587-4D62-B8FE-8171A505B41B}"/>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6D8BB3E2-E33A-3751-F0D2-14C8E0B2BBF3}"/>
              </a:ext>
            </a:extLst>
          </p:cNvPr>
          <p:cNvSpPr>
            <a:spLocks noGrp="1"/>
          </p:cNvSpPr>
          <p:nvPr>
            <p:ph type="sldNum" sz="quarter" idx="12"/>
          </p:nvPr>
        </p:nvSpPr>
        <p:spPr/>
        <p:txBody>
          <a:bodyPr/>
          <a:lstStyle/>
          <a:p>
            <a:fld id="{9CF3C635-E551-4BBB-B502-508E4FD71F62}" type="slidenum">
              <a:rPr lang="fr-CA" smtClean="0"/>
              <a:t>‹N°›</a:t>
            </a:fld>
            <a:endParaRPr lang="fr-CA"/>
          </a:p>
        </p:txBody>
      </p:sp>
    </p:spTree>
    <p:extLst>
      <p:ext uri="{BB962C8B-B14F-4D97-AF65-F5344CB8AC3E}">
        <p14:creationId xmlns:p14="http://schemas.microsoft.com/office/powerpoint/2010/main" val="1950022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C23182-FA98-F10D-7D5A-C0E8A7A28E41}"/>
              </a:ext>
            </a:extLst>
          </p:cNvPr>
          <p:cNvSpPr>
            <a:spLocks noGrp="1"/>
          </p:cNvSpPr>
          <p:nvPr>
            <p:ph type="title"/>
          </p:nvPr>
        </p:nvSpPr>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B2B9B8E7-B903-99F8-8CC5-8FC410ADC55C}"/>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a:extLst>
              <a:ext uri="{FF2B5EF4-FFF2-40B4-BE49-F238E27FC236}">
                <a16:creationId xmlns:a16="http://schemas.microsoft.com/office/drawing/2014/main" id="{820DCFA9-D734-3DDA-771F-84DF15E80BA3}"/>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e la date 4">
            <a:extLst>
              <a:ext uri="{FF2B5EF4-FFF2-40B4-BE49-F238E27FC236}">
                <a16:creationId xmlns:a16="http://schemas.microsoft.com/office/drawing/2014/main" id="{0A4759D3-A38A-9DC4-EE8E-AF37D820A037}"/>
              </a:ext>
            </a:extLst>
          </p:cNvPr>
          <p:cNvSpPr>
            <a:spLocks noGrp="1"/>
          </p:cNvSpPr>
          <p:nvPr>
            <p:ph type="dt" sz="half" idx="10"/>
          </p:nvPr>
        </p:nvSpPr>
        <p:spPr/>
        <p:txBody>
          <a:bodyPr/>
          <a:lstStyle/>
          <a:p>
            <a:fld id="{38249155-3FEB-4717-B682-B87D70848B46}" type="datetimeFigureOut">
              <a:rPr lang="fr-CA" smtClean="0"/>
              <a:t>2026-06-23</a:t>
            </a:fld>
            <a:endParaRPr lang="fr-CA"/>
          </a:p>
        </p:txBody>
      </p:sp>
      <p:sp>
        <p:nvSpPr>
          <p:cNvPr id="6" name="Espace réservé du pied de page 5">
            <a:extLst>
              <a:ext uri="{FF2B5EF4-FFF2-40B4-BE49-F238E27FC236}">
                <a16:creationId xmlns:a16="http://schemas.microsoft.com/office/drawing/2014/main" id="{6596922B-A9B7-95A5-B8AA-E7D2719E83F9}"/>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79AA26E3-9070-A5DF-70D1-098EBEA444BE}"/>
              </a:ext>
            </a:extLst>
          </p:cNvPr>
          <p:cNvSpPr>
            <a:spLocks noGrp="1"/>
          </p:cNvSpPr>
          <p:nvPr>
            <p:ph type="sldNum" sz="quarter" idx="12"/>
          </p:nvPr>
        </p:nvSpPr>
        <p:spPr/>
        <p:txBody>
          <a:bodyPr/>
          <a:lstStyle/>
          <a:p>
            <a:fld id="{9CF3C635-E551-4BBB-B502-508E4FD71F62}" type="slidenum">
              <a:rPr lang="fr-CA" smtClean="0"/>
              <a:t>‹N°›</a:t>
            </a:fld>
            <a:endParaRPr lang="fr-CA"/>
          </a:p>
        </p:txBody>
      </p:sp>
    </p:spTree>
    <p:extLst>
      <p:ext uri="{BB962C8B-B14F-4D97-AF65-F5344CB8AC3E}">
        <p14:creationId xmlns:p14="http://schemas.microsoft.com/office/powerpoint/2010/main" val="3027282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79BCB7-5323-DEB3-62ED-14810C96E606}"/>
              </a:ext>
            </a:extLst>
          </p:cNvPr>
          <p:cNvSpPr>
            <a:spLocks noGrp="1"/>
          </p:cNvSpPr>
          <p:nvPr>
            <p:ph type="title"/>
          </p:nvPr>
        </p:nvSpPr>
        <p:spPr>
          <a:xfrm>
            <a:off x="839788" y="365125"/>
            <a:ext cx="10515600" cy="1325563"/>
          </a:xfrm>
        </p:spPr>
        <p:txBody>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E0DE347F-B357-BC62-42B7-3AC0D81A2C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160F9AE-7CAF-4920-B280-D634F0F39EB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a:extLst>
              <a:ext uri="{FF2B5EF4-FFF2-40B4-BE49-F238E27FC236}">
                <a16:creationId xmlns:a16="http://schemas.microsoft.com/office/drawing/2014/main" id="{6D0F1BDC-6894-C039-842C-1EC8EBBE5B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DE212673-2555-E560-0A6B-F6123B53BCC4}"/>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a:extLst>
              <a:ext uri="{FF2B5EF4-FFF2-40B4-BE49-F238E27FC236}">
                <a16:creationId xmlns:a16="http://schemas.microsoft.com/office/drawing/2014/main" id="{61982AC6-1757-0783-DAA1-C0FDD5EB5DD7}"/>
              </a:ext>
            </a:extLst>
          </p:cNvPr>
          <p:cNvSpPr>
            <a:spLocks noGrp="1"/>
          </p:cNvSpPr>
          <p:nvPr>
            <p:ph type="dt" sz="half" idx="10"/>
          </p:nvPr>
        </p:nvSpPr>
        <p:spPr/>
        <p:txBody>
          <a:bodyPr/>
          <a:lstStyle/>
          <a:p>
            <a:fld id="{38249155-3FEB-4717-B682-B87D70848B46}" type="datetimeFigureOut">
              <a:rPr lang="fr-CA" smtClean="0"/>
              <a:t>2026-06-23</a:t>
            </a:fld>
            <a:endParaRPr lang="fr-CA"/>
          </a:p>
        </p:txBody>
      </p:sp>
      <p:sp>
        <p:nvSpPr>
          <p:cNvPr id="8" name="Espace réservé du pied de page 7">
            <a:extLst>
              <a:ext uri="{FF2B5EF4-FFF2-40B4-BE49-F238E27FC236}">
                <a16:creationId xmlns:a16="http://schemas.microsoft.com/office/drawing/2014/main" id="{0B63D4C7-610B-23F7-6A59-DAB4F610C7A9}"/>
              </a:ext>
            </a:extLst>
          </p:cNvPr>
          <p:cNvSpPr>
            <a:spLocks noGrp="1"/>
          </p:cNvSpPr>
          <p:nvPr>
            <p:ph type="ftr" sz="quarter" idx="11"/>
          </p:nvPr>
        </p:nvSpPr>
        <p:spPr/>
        <p:txBody>
          <a:bodyPr/>
          <a:lstStyle/>
          <a:p>
            <a:endParaRPr lang="fr-CA"/>
          </a:p>
        </p:txBody>
      </p:sp>
      <p:sp>
        <p:nvSpPr>
          <p:cNvPr id="9" name="Espace réservé du numéro de diapositive 8">
            <a:extLst>
              <a:ext uri="{FF2B5EF4-FFF2-40B4-BE49-F238E27FC236}">
                <a16:creationId xmlns:a16="http://schemas.microsoft.com/office/drawing/2014/main" id="{6BEA5001-F65D-EBEA-1AEE-F3B575FFE556}"/>
              </a:ext>
            </a:extLst>
          </p:cNvPr>
          <p:cNvSpPr>
            <a:spLocks noGrp="1"/>
          </p:cNvSpPr>
          <p:nvPr>
            <p:ph type="sldNum" sz="quarter" idx="12"/>
          </p:nvPr>
        </p:nvSpPr>
        <p:spPr/>
        <p:txBody>
          <a:bodyPr/>
          <a:lstStyle/>
          <a:p>
            <a:fld id="{9CF3C635-E551-4BBB-B502-508E4FD71F62}" type="slidenum">
              <a:rPr lang="fr-CA" smtClean="0"/>
              <a:t>‹N°›</a:t>
            </a:fld>
            <a:endParaRPr lang="fr-CA"/>
          </a:p>
        </p:txBody>
      </p:sp>
    </p:spTree>
    <p:extLst>
      <p:ext uri="{BB962C8B-B14F-4D97-AF65-F5344CB8AC3E}">
        <p14:creationId xmlns:p14="http://schemas.microsoft.com/office/powerpoint/2010/main" val="2841374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7D7874-0955-C369-3149-046AE290CE29}"/>
              </a:ext>
            </a:extLst>
          </p:cNvPr>
          <p:cNvSpPr>
            <a:spLocks noGrp="1"/>
          </p:cNvSpPr>
          <p:nvPr>
            <p:ph type="title"/>
          </p:nvPr>
        </p:nvSpPr>
        <p:spPr/>
        <p:txBody>
          <a:bodyPr/>
          <a:lstStyle/>
          <a:p>
            <a:r>
              <a:rPr lang="fr-FR"/>
              <a:t>Modifiez le style du titre</a:t>
            </a:r>
            <a:endParaRPr lang="fr-CA"/>
          </a:p>
        </p:txBody>
      </p:sp>
      <p:sp>
        <p:nvSpPr>
          <p:cNvPr id="3" name="Espace réservé de la date 2">
            <a:extLst>
              <a:ext uri="{FF2B5EF4-FFF2-40B4-BE49-F238E27FC236}">
                <a16:creationId xmlns:a16="http://schemas.microsoft.com/office/drawing/2014/main" id="{D34B188E-7884-C53A-6241-D9465293CA67}"/>
              </a:ext>
            </a:extLst>
          </p:cNvPr>
          <p:cNvSpPr>
            <a:spLocks noGrp="1"/>
          </p:cNvSpPr>
          <p:nvPr>
            <p:ph type="dt" sz="half" idx="10"/>
          </p:nvPr>
        </p:nvSpPr>
        <p:spPr/>
        <p:txBody>
          <a:bodyPr/>
          <a:lstStyle/>
          <a:p>
            <a:fld id="{38249155-3FEB-4717-B682-B87D70848B46}" type="datetimeFigureOut">
              <a:rPr lang="fr-CA" smtClean="0"/>
              <a:t>2026-06-23</a:t>
            </a:fld>
            <a:endParaRPr lang="fr-CA"/>
          </a:p>
        </p:txBody>
      </p:sp>
      <p:sp>
        <p:nvSpPr>
          <p:cNvPr id="4" name="Espace réservé du pied de page 3">
            <a:extLst>
              <a:ext uri="{FF2B5EF4-FFF2-40B4-BE49-F238E27FC236}">
                <a16:creationId xmlns:a16="http://schemas.microsoft.com/office/drawing/2014/main" id="{A170ECD8-0BA8-7E40-1A08-9458696B37F4}"/>
              </a:ext>
            </a:extLst>
          </p:cNvPr>
          <p:cNvSpPr>
            <a:spLocks noGrp="1"/>
          </p:cNvSpPr>
          <p:nvPr>
            <p:ph type="ftr" sz="quarter" idx="11"/>
          </p:nvPr>
        </p:nvSpPr>
        <p:spPr/>
        <p:txBody>
          <a:bodyPr/>
          <a:lstStyle/>
          <a:p>
            <a:endParaRPr lang="fr-CA"/>
          </a:p>
        </p:txBody>
      </p:sp>
      <p:sp>
        <p:nvSpPr>
          <p:cNvPr id="5" name="Espace réservé du numéro de diapositive 4">
            <a:extLst>
              <a:ext uri="{FF2B5EF4-FFF2-40B4-BE49-F238E27FC236}">
                <a16:creationId xmlns:a16="http://schemas.microsoft.com/office/drawing/2014/main" id="{D9CBBAF4-0DE5-C8C3-212C-7C85E0085475}"/>
              </a:ext>
            </a:extLst>
          </p:cNvPr>
          <p:cNvSpPr>
            <a:spLocks noGrp="1"/>
          </p:cNvSpPr>
          <p:nvPr>
            <p:ph type="sldNum" sz="quarter" idx="12"/>
          </p:nvPr>
        </p:nvSpPr>
        <p:spPr/>
        <p:txBody>
          <a:bodyPr/>
          <a:lstStyle/>
          <a:p>
            <a:fld id="{9CF3C635-E551-4BBB-B502-508E4FD71F62}" type="slidenum">
              <a:rPr lang="fr-CA" smtClean="0"/>
              <a:t>‹N°›</a:t>
            </a:fld>
            <a:endParaRPr lang="fr-CA"/>
          </a:p>
        </p:txBody>
      </p:sp>
    </p:spTree>
    <p:extLst>
      <p:ext uri="{BB962C8B-B14F-4D97-AF65-F5344CB8AC3E}">
        <p14:creationId xmlns:p14="http://schemas.microsoft.com/office/powerpoint/2010/main" val="1865599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4D2ED7C2-3FEE-4ECC-FEFD-D9134C648DB6}"/>
              </a:ext>
            </a:extLst>
          </p:cNvPr>
          <p:cNvSpPr>
            <a:spLocks noGrp="1"/>
          </p:cNvSpPr>
          <p:nvPr>
            <p:ph type="dt" sz="half" idx="10"/>
          </p:nvPr>
        </p:nvSpPr>
        <p:spPr/>
        <p:txBody>
          <a:bodyPr/>
          <a:lstStyle/>
          <a:p>
            <a:fld id="{38249155-3FEB-4717-B682-B87D70848B46}" type="datetimeFigureOut">
              <a:rPr lang="fr-CA" smtClean="0"/>
              <a:t>2026-06-23</a:t>
            </a:fld>
            <a:endParaRPr lang="fr-CA"/>
          </a:p>
        </p:txBody>
      </p:sp>
      <p:sp>
        <p:nvSpPr>
          <p:cNvPr id="3" name="Espace réservé du pied de page 2">
            <a:extLst>
              <a:ext uri="{FF2B5EF4-FFF2-40B4-BE49-F238E27FC236}">
                <a16:creationId xmlns:a16="http://schemas.microsoft.com/office/drawing/2014/main" id="{12B6B012-27EF-6ADF-F624-48084E36E1E5}"/>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5D40CC7F-4B7E-7ED9-759A-51DF02322A34}"/>
              </a:ext>
            </a:extLst>
          </p:cNvPr>
          <p:cNvSpPr>
            <a:spLocks noGrp="1"/>
          </p:cNvSpPr>
          <p:nvPr>
            <p:ph type="sldNum" sz="quarter" idx="12"/>
          </p:nvPr>
        </p:nvSpPr>
        <p:spPr/>
        <p:txBody>
          <a:bodyPr/>
          <a:lstStyle/>
          <a:p>
            <a:fld id="{9CF3C635-E551-4BBB-B502-508E4FD71F62}" type="slidenum">
              <a:rPr lang="fr-CA" smtClean="0"/>
              <a:t>‹N°›</a:t>
            </a:fld>
            <a:endParaRPr lang="fr-CA"/>
          </a:p>
        </p:txBody>
      </p:sp>
    </p:spTree>
    <p:extLst>
      <p:ext uri="{BB962C8B-B14F-4D97-AF65-F5344CB8AC3E}">
        <p14:creationId xmlns:p14="http://schemas.microsoft.com/office/powerpoint/2010/main" val="1393966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376E70-C8BA-8310-9B80-024EBA5C16B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E4216E3A-90C9-BDEE-E6D8-B35FCA4591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a:extLst>
              <a:ext uri="{FF2B5EF4-FFF2-40B4-BE49-F238E27FC236}">
                <a16:creationId xmlns:a16="http://schemas.microsoft.com/office/drawing/2014/main" id="{08F867C6-0880-779F-E603-1611FEB7A8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053A195-5FB5-49FF-A1D1-692C34A721E8}"/>
              </a:ext>
            </a:extLst>
          </p:cNvPr>
          <p:cNvSpPr>
            <a:spLocks noGrp="1"/>
          </p:cNvSpPr>
          <p:nvPr>
            <p:ph type="dt" sz="half" idx="10"/>
          </p:nvPr>
        </p:nvSpPr>
        <p:spPr/>
        <p:txBody>
          <a:bodyPr/>
          <a:lstStyle/>
          <a:p>
            <a:fld id="{38249155-3FEB-4717-B682-B87D70848B46}" type="datetimeFigureOut">
              <a:rPr lang="fr-CA" smtClean="0"/>
              <a:t>2026-06-23</a:t>
            </a:fld>
            <a:endParaRPr lang="fr-CA"/>
          </a:p>
        </p:txBody>
      </p:sp>
      <p:sp>
        <p:nvSpPr>
          <p:cNvPr id="6" name="Espace réservé du pied de page 5">
            <a:extLst>
              <a:ext uri="{FF2B5EF4-FFF2-40B4-BE49-F238E27FC236}">
                <a16:creationId xmlns:a16="http://schemas.microsoft.com/office/drawing/2014/main" id="{8390951C-0BFF-D397-186A-D508CAF5C446}"/>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1D40E734-D031-44A6-27A8-3E529FDF4171}"/>
              </a:ext>
            </a:extLst>
          </p:cNvPr>
          <p:cNvSpPr>
            <a:spLocks noGrp="1"/>
          </p:cNvSpPr>
          <p:nvPr>
            <p:ph type="sldNum" sz="quarter" idx="12"/>
          </p:nvPr>
        </p:nvSpPr>
        <p:spPr/>
        <p:txBody>
          <a:bodyPr/>
          <a:lstStyle/>
          <a:p>
            <a:fld id="{9CF3C635-E551-4BBB-B502-508E4FD71F62}" type="slidenum">
              <a:rPr lang="fr-CA" smtClean="0"/>
              <a:t>‹N°›</a:t>
            </a:fld>
            <a:endParaRPr lang="fr-CA"/>
          </a:p>
        </p:txBody>
      </p:sp>
    </p:spTree>
    <p:extLst>
      <p:ext uri="{BB962C8B-B14F-4D97-AF65-F5344CB8AC3E}">
        <p14:creationId xmlns:p14="http://schemas.microsoft.com/office/powerpoint/2010/main" val="1920274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7E6D11B-B1ED-92D6-A1BA-1B3354244F1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pour une image  2">
            <a:extLst>
              <a:ext uri="{FF2B5EF4-FFF2-40B4-BE49-F238E27FC236}">
                <a16:creationId xmlns:a16="http://schemas.microsoft.com/office/drawing/2014/main" id="{9B58BCC7-55AB-7753-D214-FC292409F0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a:extLst>
              <a:ext uri="{FF2B5EF4-FFF2-40B4-BE49-F238E27FC236}">
                <a16:creationId xmlns:a16="http://schemas.microsoft.com/office/drawing/2014/main" id="{46A9134A-6679-64BE-CD1A-B00ECD9D8D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54B0BE6-270D-1F39-5B47-6EE6BFC62E7F}"/>
              </a:ext>
            </a:extLst>
          </p:cNvPr>
          <p:cNvSpPr>
            <a:spLocks noGrp="1"/>
          </p:cNvSpPr>
          <p:nvPr>
            <p:ph type="dt" sz="half" idx="10"/>
          </p:nvPr>
        </p:nvSpPr>
        <p:spPr/>
        <p:txBody>
          <a:bodyPr/>
          <a:lstStyle/>
          <a:p>
            <a:fld id="{38249155-3FEB-4717-B682-B87D70848B46}" type="datetimeFigureOut">
              <a:rPr lang="fr-CA" smtClean="0"/>
              <a:t>2026-06-23</a:t>
            </a:fld>
            <a:endParaRPr lang="fr-CA"/>
          </a:p>
        </p:txBody>
      </p:sp>
      <p:sp>
        <p:nvSpPr>
          <p:cNvPr id="6" name="Espace réservé du pied de page 5">
            <a:extLst>
              <a:ext uri="{FF2B5EF4-FFF2-40B4-BE49-F238E27FC236}">
                <a16:creationId xmlns:a16="http://schemas.microsoft.com/office/drawing/2014/main" id="{C8B1C194-45BC-E7E4-F931-10B82F2BBFE9}"/>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C05418C0-C966-CD17-5BC9-37F479E1B605}"/>
              </a:ext>
            </a:extLst>
          </p:cNvPr>
          <p:cNvSpPr>
            <a:spLocks noGrp="1"/>
          </p:cNvSpPr>
          <p:nvPr>
            <p:ph type="sldNum" sz="quarter" idx="12"/>
          </p:nvPr>
        </p:nvSpPr>
        <p:spPr/>
        <p:txBody>
          <a:bodyPr/>
          <a:lstStyle/>
          <a:p>
            <a:fld id="{9CF3C635-E551-4BBB-B502-508E4FD71F62}" type="slidenum">
              <a:rPr lang="fr-CA" smtClean="0"/>
              <a:t>‹N°›</a:t>
            </a:fld>
            <a:endParaRPr lang="fr-CA"/>
          </a:p>
        </p:txBody>
      </p:sp>
    </p:spTree>
    <p:extLst>
      <p:ext uri="{BB962C8B-B14F-4D97-AF65-F5344CB8AC3E}">
        <p14:creationId xmlns:p14="http://schemas.microsoft.com/office/powerpoint/2010/main" val="2670336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BB68A28-1756-9851-2CFA-C25B4A645AD6}"/>
              </a:ext>
            </a:extLst>
          </p:cNvPr>
          <p:cNvSpPr>
            <a:spLocks noGrp="1"/>
          </p:cNvSpPr>
          <p:nvPr>
            <p:ph type="title"/>
          </p:nvPr>
        </p:nvSpPr>
        <p:spPr/>
        <p:txBody>
          <a:bodyPr/>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E229B9C4-75C7-D2C3-2CC2-B00EA94ECDD5}"/>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3CE0ABB0-B796-7D0E-55EA-AF23CA2E0BE0}"/>
              </a:ext>
            </a:extLst>
          </p:cNvPr>
          <p:cNvSpPr>
            <a:spLocks noGrp="1"/>
          </p:cNvSpPr>
          <p:nvPr>
            <p:ph type="dt" sz="half" idx="10"/>
          </p:nvPr>
        </p:nvSpPr>
        <p:spPr/>
        <p:txBody>
          <a:bodyPr/>
          <a:lstStyle/>
          <a:p>
            <a:fld id="{38249155-3FEB-4717-B682-B87D70848B46}" type="datetimeFigureOut">
              <a:rPr lang="fr-CA" smtClean="0"/>
              <a:t>2026-06-23</a:t>
            </a:fld>
            <a:endParaRPr lang="fr-CA"/>
          </a:p>
        </p:txBody>
      </p:sp>
      <p:sp>
        <p:nvSpPr>
          <p:cNvPr id="5" name="Espace réservé du pied de page 4">
            <a:extLst>
              <a:ext uri="{FF2B5EF4-FFF2-40B4-BE49-F238E27FC236}">
                <a16:creationId xmlns:a16="http://schemas.microsoft.com/office/drawing/2014/main" id="{ECE17890-8528-F7AD-A242-F90ED1AF987F}"/>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18552A04-6A32-E50F-18DB-AD1950E9381A}"/>
              </a:ext>
            </a:extLst>
          </p:cNvPr>
          <p:cNvSpPr>
            <a:spLocks noGrp="1"/>
          </p:cNvSpPr>
          <p:nvPr>
            <p:ph type="sldNum" sz="quarter" idx="12"/>
          </p:nvPr>
        </p:nvSpPr>
        <p:spPr/>
        <p:txBody>
          <a:bodyPr/>
          <a:lstStyle/>
          <a:p>
            <a:fld id="{9CF3C635-E551-4BBB-B502-508E4FD71F62}" type="slidenum">
              <a:rPr lang="fr-CA" smtClean="0"/>
              <a:t>‹N°›</a:t>
            </a:fld>
            <a:endParaRPr lang="fr-CA"/>
          </a:p>
        </p:txBody>
      </p:sp>
    </p:spTree>
    <p:extLst>
      <p:ext uri="{BB962C8B-B14F-4D97-AF65-F5344CB8AC3E}">
        <p14:creationId xmlns:p14="http://schemas.microsoft.com/office/powerpoint/2010/main" val="1470693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A62E0A13-995F-17CE-07D5-0A81282C5081}"/>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2D94948C-1F5E-A628-8543-3C0BF83942B6}"/>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4673790E-3D5C-4DEC-F865-18E1D3EF381E}"/>
              </a:ext>
            </a:extLst>
          </p:cNvPr>
          <p:cNvSpPr>
            <a:spLocks noGrp="1"/>
          </p:cNvSpPr>
          <p:nvPr>
            <p:ph type="dt" sz="half" idx="10"/>
          </p:nvPr>
        </p:nvSpPr>
        <p:spPr/>
        <p:txBody>
          <a:bodyPr/>
          <a:lstStyle/>
          <a:p>
            <a:fld id="{38249155-3FEB-4717-B682-B87D70848B46}" type="datetimeFigureOut">
              <a:rPr lang="fr-CA" smtClean="0"/>
              <a:t>2026-06-23</a:t>
            </a:fld>
            <a:endParaRPr lang="fr-CA"/>
          </a:p>
        </p:txBody>
      </p:sp>
      <p:sp>
        <p:nvSpPr>
          <p:cNvPr id="5" name="Espace réservé du pied de page 4">
            <a:extLst>
              <a:ext uri="{FF2B5EF4-FFF2-40B4-BE49-F238E27FC236}">
                <a16:creationId xmlns:a16="http://schemas.microsoft.com/office/drawing/2014/main" id="{5EDB0C23-D039-02C2-1526-A2EB0A12AF4F}"/>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FFC45249-1663-0001-6F53-2BA76E62D4D5}"/>
              </a:ext>
            </a:extLst>
          </p:cNvPr>
          <p:cNvSpPr>
            <a:spLocks noGrp="1"/>
          </p:cNvSpPr>
          <p:nvPr>
            <p:ph type="sldNum" sz="quarter" idx="12"/>
          </p:nvPr>
        </p:nvSpPr>
        <p:spPr/>
        <p:txBody>
          <a:bodyPr/>
          <a:lstStyle/>
          <a:p>
            <a:fld id="{9CF3C635-E551-4BBB-B502-508E4FD71F62}" type="slidenum">
              <a:rPr lang="fr-CA" smtClean="0"/>
              <a:t>‹N°›</a:t>
            </a:fld>
            <a:endParaRPr lang="fr-CA"/>
          </a:p>
        </p:txBody>
      </p:sp>
    </p:spTree>
    <p:extLst>
      <p:ext uri="{BB962C8B-B14F-4D97-AF65-F5344CB8AC3E}">
        <p14:creationId xmlns:p14="http://schemas.microsoft.com/office/powerpoint/2010/main" val="31035357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A714E270-17B8-47AB-EC0B-C22D9B7BE6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DA7A1C24-564A-5B0B-69BB-1A63CA5FE9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08464CBE-9325-5C10-94B8-34D2A0A946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8249155-3FEB-4717-B682-B87D70848B46}" type="datetimeFigureOut">
              <a:rPr lang="fr-CA" smtClean="0"/>
              <a:t>2026-06-23</a:t>
            </a:fld>
            <a:endParaRPr lang="fr-CA"/>
          </a:p>
        </p:txBody>
      </p:sp>
      <p:sp>
        <p:nvSpPr>
          <p:cNvPr id="5" name="Espace réservé du pied de page 4">
            <a:extLst>
              <a:ext uri="{FF2B5EF4-FFF2-40B4-BE49-F238E27FC236}">
                <a16:creationId xmlns:a16="http://schemas.microsoft.com/office/drawing/2014/main" id="{E82EEDB3-EF88-2743-0AA7-DCA1A06D2E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CA"/>
          </a:p>
        </p:txBody>
      </p:sp>
      <p:sp>
        <p:nvSpPr>
          <p:cNvPr id="6" name="Espace réservé du numéro de diapositive 5">
            <a:extLst>
              <a:ext uri="{FF2B5EF4-FFF2-40B4-BE49-F238E27FC236}">
                <a16:creationId xmlns:a16="http://schemas.microsoft.com/office/drawing/2014/main" id="{66367322-FD66-FC33-1E0F-4CB6B8DFEB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CF3C635-E551-4BBB-B502-508E4FD71F62}" type="slidenum">
              <a:rPr lang="fr-CA" smtClean="0"/>
              <a:t>‹N°›</a:t>
            </a:fld>
            <a:endParaRPr lang="fr-CA"/>
          </a:p>
        </p:txBody>
      </p:sp>
    </p:spTree>
    <p:extLst>
      <p:ext uri="{BB962C8B-B14F-4D97-AF65-F5344CB8AC3E}">
        <p14:creationId xmlns:p14="http://schemas.microsoft.com/office/powerpoint/2010/main" val="39709285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microsoft.com/office/2018/10/relationships/comments" Target="../comments/modernComment_111_DA27810D.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svg"/><Relationship Id="rId2" Type="http://schemas.microsoft.com/office/2018/10/relationships/comments" Target="../comments/modernComment_113_65FDF67F.xml"/><Relationship Id="rId1" Type="http://schemas.openxmlformats.org/officeDocument/2006/relationships/slideLayout" Target="../slideLayouts/slideLayout2.xml"/><Relationship Id="rId6" Type="http://schemas.openxmlformats.org/officeDocument/2006/relationships/image" Target="../media/image3.svg"/><Relationship Id="rId5" Type="http://schemas.openxmlformats.org/officeDocument/2006/relationships/image" Target="../media/image4.png"/><Relationship Id="rId4" Type="http://schemas.openxmlformats.org/officeDocument/2006/relationships/customXml" Target="../ink/ink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A121A-7EB3-BB12-B73F-E930284CA58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2BA7644-1CE2-C730-FD88-4BC148DE4BE5}"/>
              </a:ext>
            </a:extLst>
          </p:cNvPr>
          <p:cNvSpPr>
            <a:spLocks noGrp="1"/>
          </p:cNvSpPr>
          <p:nvPr>
            <p:ph type="title"/>
          </p:nvPr>
        </p:nvSpPr>
        <p:spPr>
          <a:xfrm>
            <a:off x="838200" y="365126"/>
            <a:ext cx="10515600" cy="558800"/>
          </a:xfrm>
        </p:spPr>
        <p:txBody>
          <a:bodyPr>
            <a:normAutofit fontScale="90000"/>
          </a:bodyPr>
          <a:lstStyle/>
          <a:p>
            <a:r>
              <a:rPr lang="fr-CA"/>
              <a:t>Besoins affaires</a:t>
            </a:r>
          </a:p>
        </p:txBody>
      </p:sp>
      <p:sp>
        <p:nvSpPr>
          <p:cNvPr id="5" name="ZoneTexte 4">
            <a:extLst>
              <a:ext uri="{FF2B5EF4-FFF2-40B4-BE49-F238E27FC236}">
                <a16:creationId xmlns:a16="http://schemas.microsoft.com/office/drawing/2014/main" id="{E2BFEE28-303A-5A60-95E9-02DC101059FB}"/>
              </a:ext>
            </a:extLst>
          </p:cNvPr>
          <p:cNvSpPr txBox="1"/>
          <p:nvPr/>
        </p:nvSpPr>
        <p:spPr>
          <a:xfrm>
            <a:off x="2047875" y="5781675"/>
            <a:ext cx="184731" cy="369332"/>
          </a:xfrm>
          <a:prstGeom prst="rect">
            <a:avLst/>
          </a:prstGeom>
          <a:noFill/>
        </p:spPr>
        <p:txBody>
          <a:bodyPr wrap="none" rtlCol="0">
            <a:spAutoFit/>
          </a:bodyPr>
          <a:lstStyle/>
          <a:p>
            <a:endParaRPr lang="fr-CA"/>
          </a:p>
        </p:txBody>
      </p:sp>
      <p:sp>
        <p:nvSpPr>
          <p:cNvPr id="4" name="ZoneTexte 3">
            <a:extLst>
              <a:ext uri="{FF2B5EF4-FFF2-40B4-BE49-F238E27FC236}">
                <a16:creationId xmlns:a16="http://schemas.microsoft.com/office/drawing/2014/main" id="{BADBE471-BD30-2388-B094-80137C1B684A}"/>
              </a:ext>
            </a:extLst>
          </p:cNvPr>
          <p:cNvSpPr txBox="1"/>
          <p:nvPr/>
        </p:nvSpPr>
        <p:spPr>
          <a:xfrm>
            <a:off x="1419225" y="994112"/>
            <a:ext cx="6708888" cy="1754326"/>
          </a:xfrm>
          <a:prstGeom prst="rect">
            <a:avLst/>
          </a:prstGeom>
          <a:noFill/>
        </p:spPr>
        <p:txBody>
          <a:bodyPr wrap="none" rtlCol="0">
            <a:spAutoFit/>
          </a:bodyPr>
          <a:lstStyle/>
          <a:p>
            <a:pPr marL="285750" indent="-285750">
              <a:buFont typeface="Arial" panose="020B0604020202020204" pitchFamily="34" charset="0"/>
              <a:buChar char="•"/>
            </a:pPr>
            <a:r>
              <a:rPr lang="fr-CA" dirty="0">
                <a:latin typeface="Segoe UI" panose="020B0502040204020203" pitchFamily="34" charset="0"/>
              </a:rPr>
              <a:t>Simplifier et harmoniser les règles via l’IA </a:t>
            </a:r>
          </a:p>
          <a:p>
            <a:pPr marL="285750" indent="-285750">
              <a:buFont typeface="Arial" panose="020B0604020202020204" pitchFamily="34" charset="0"/>
              <a:buChar char="•"/>
            </a:pPr>
            <a:r>
              <a:rPr lang="fr-CA" dirty="0">
                <a:latin typeface="Segoe UI" panose="020B0502040204020203" pitchFamily="34" charset="0"/>
              </a:rPr>
              <a:t>Sécuriser et centraliser le dépôt des demandes </a:t>
            </a:r>
          </a:p>
          <a:p>
            <a:pPr marL="285750" indent="-285750">
              <a:buFont typeface="Arial" panose="020B0604020202020204" pitchFamily="34" charset="0"/>
              <a:buChar char="•"/>
            </a:pPr>
            <a:r>
              <a:rPr lang="fr-CA" dirty="0">
                <a:latin typeface="Segoe UI" panose="020B0502040204020203" pitchFamily="34" charset="0"/>
              </a:rPr>
              <a:t>Automatiser le traitement des dossiers (workflow) </a:t>
            </a:r>
          </a:p>
          <a:p>
            <a:pPr marL="285750" indent="-285750">
              <a:buFont typeface="Arial" panose="020B0604020202020204" pitchFamily="34" charset="0"/>
              <a:buChar char="•"/>
            </a:pPr>
            <a:r>
              <a:rPr lang="fr-CA" dirty="0">
                <a:latin typeface="Segoe UI" panose="020B0502040204020203" pitchFamily="34" charset="0"/>
              </a:rPr>
              <a:t>Extraire automatiquement les données des documents (OCR) </a:t>
            </a:r>
          </a:p>
          <a:p>
            <a:pPr marL="285750" indent="-285750">
              <a:buFont typeface="Arial" panose="020B0604020202020204" pitchFamily="34" charset="0"/>
              <a:buChar char="•"/>
            </a:pPr>
            <a:r>
              <a:rPr lang="fr-CA" dirty="0">
                <a:latin typeface="Segoe UI" panose="020B0502040204020203" pitchFamily="34" charset="0"/>
              </a:rPr>
              <a:t>Permettre une analyse hybride (RH + IA) </a:t>
            </a:r>
          </a:p>
          <a:p>
            <a:pPr marL="285750" indent="-285750">
              <a:buFont typeface="Arial" panose="020B0604020202020204" pitchFamily="34" charset="0"/>
              <a:buChar char="•"/>
            </a:pPr>
            <a:r>
              <a:rPr lang="fr-CA" dirty="0">
                <a:latin typeface="Segoe UI" panose="020B0502040204020203" pitchFamily="34" charset="0"/>
              </a:rPr>
              <a:t>Améliorer la visibilité avec des tableaux de bord</a:t>
            </a:r>
          </a:p>
        </p:txBody>
      </p:sp>
      <p:sp>
        <p:nvSpPr>
          <p:cNvPr id="8" name="ZoneTexte 7">
            <a:extLst>
              <a:ext uri="{FF2B5EF4-FFF2-40B4-BE49-F238E27FC236}">
                <a16:creationId xmlns:a16="http://schemas.microsoft.com/office/drawing/2014/main" id="{3F4A6204-7246-61E3-6AAE-0764624628F3}"/>
              </a:ext>
            </a:extLst>
          </p:cNvPr>
          <p:cNvSpPr txBox="1"/>
          <p:nvPr/>
        </p:nvSpPr>
        <p:spPr>
          <a:xfrm>
            <a:off x="1295400" y="3832563"/>
            <a:ext cx="9505950" cy="2031325"/>
          </a:xfrm>
          <a:prstGeom prst="rect">
            <a:avLst/>
          </a:prstGeom>
          <a:noFill/>
        </p:spPr>
        <p:txBody>
          <a:bodyPr wrap="square">
            <a:spAutoFit/>
          </a:bodyPr>
          <a:lstStyle/>
          <a:p>
            <a:pPr marL="285750" indent="-285750">
              <a:buFont typeface="Arial" panose="020B0604020202020204" pitchFamily="34" charset="0"/>
              <a:buChar char="•"/>
            </a:pPr>
            <a:r>
              <a:rPr lang="fr-CA" b="1" dirty="0"/>
              <a:t>Réduction de la complexité et meilleure cohérence des règles générales et particulières</a:t>
            </a:r>
          </a:p>
          <a:p>
            <a:pPr marL="285750" indent="-285750">
              <a:buFont typeface="Arial" panose="020B0604020202020204" pitchFamily="34" charset="0"/>
              <a:buChar char="•"/>
            </a:pPr>
            <a:r>
              <a:rPr lang="fr-CA" b="1" dirty="0"/>
              <a:t>Accélération du traitement des dossiers et, diminution des tâches manuelles répétitives. </a:t>
            </a:r>
            <a:r>
              <a:rPr lang="fr-CA" dirty="0"/>
              <a:t>Amélioration de la qualité et fiabilité des données et flexibilité opérationnelle (choix humain vs IA)-</a:t>
            </a:r>
          </a:p>
          <a:p>
            <a:pPr marL="285750" indent="-285750">
              <a:buFont typeface="Arial" panose="020B0604020202020204" pitchFamily="34" charset="0"/>
              <a:buChar char="•"/>
            </a:pPr>
            <a:r>
              <a:rPr lang="fr-CA" dirty="0"/>
              <a:t>Meilleure prise de décision grâce aux tableaux de bord </a:t>
            </a:r>
          </a:p>
          <a:p>
            <a:pPr marL="285750" indent="-285750">
              <a:buFont typeface="Arial" panose="020B0604020202020204" pitchFamily="34" charset="0"/>
              <a:buChar char="•"/>
            </a:pPr>
            <a:r>
              <a:rPr lang="fr-CA" dirty="0"/>
              <a:t>Renforcement de la sécurité et de la traçabilité</a:t>
            </a:r>
          </a:p>
        </p:txBody>
      </p:sp>
      <p:sp>
        <p:nvSpPr>
          <p:cNvPr id="9" name="Titre 1">
            <a:extLst>
              <a:ext uri="{FF2B5EF4-FFF2-40B4-BE49-F238E27FC236}">
                <a16:creationId xmlns:a16="http://schemas.microsoft.com/office/drawing/2014/main" id="{96E3B112-9159-7386-5E6B-C3484962D9DD}"/>
              </a:ext>
            </a:extLst>
          </p:cNvPr>
          <p:cNvSpPr txBox="1">
            <a:spLocks/>
          </p:cNvSpPr>
          <p:nvPr/>
        </p:nvSpPr>
        <p:spPr>
          <a:xfrm>
            <a:off x="838200" y="3149600"/>
            <a:ext cx="10515600" cy="558800"/>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CA"/>
              <a:t>Résultats attendus</a:t>
            </a:r>
          </a:p>
        </p:txBody>
      </p:sp>
    </p:spTree>
    <p:extLst>
      <p:ext uri="{BB962C8B-B14F-4D97-AF65-F5344CB8AC3E}">
        <p14:creationId xmlns:p14="http://schemas.microsoft.com/office/powerpoint/2010/main" val="3660022029"/>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F05297B9-8FA0-011D-C71C-C6B1FF12F637}"/>
              </a:ext>
            </a:extLst>
          </p:cNvPr>
          <p:cNvPicPr>
            <a:picLocks noChangeAspect="1"/>
          </p:cNvPicPr>
          <p:nvPr/>
        </p:nvPicPr>
        <p:blipFill>
          <a:blip r:embed="rId2"/>
          <a:stretch>
            <a:fillRect/>
          </a:stretch>
        </p:blipFill>
        <p:spPr>
          <a:xfrm>
            <a:off x="0" y="290721"/>
            <a:ext cx="12192000" cy="6276558"/>
          </a:xfrm>
          <a:prstGeom prst="rect">
            <a:avLst/>
          </a:prstGeom>
        </p:spPr>
      </p:pic>
      <p:sp>
        <p:nvSpPr>
          <p:cNvPr id="6" name="ZoneTexte 5">
            <a:extLst>
              <a:ext uri="{FF2B5EF4-FFF2-40B4-BE49-F238E27FC236}">
                <a16:creationId xmlns:a16="http://schemas.microsoft.com/office/drawing/2014/main" id="{6FBA7AED-6358-1F92-A945-0289AE635190}"/>
              </a:ext>
            </a:extLst>
          </p:cNvPr>
          <p:cNvSpPr txBox="1"/>
          <p:nvPr/>
        </p:nvSpPr>
        <p:spPr>
          <a:xfrm>
            <a:off x="2401351" y="1560874"/>
            <a:ext cx="1198854" cy="400110"/>
          </a:xfrm>
          <a:prstGeom prst="rect">
            <a:avLst/>
          </a:prstGeom>
          <a:noFill/>
        </p:spPr>
        <p:txBody>
          <a:bodyPr wrap="none" rtlCol="0">
            <a:spAutoFit/>
          </a:bodyPr>
          <a:lstStyle/>
          <a:p>
            <a:r>
              <a:rPr lang="fr-CA" sz="2000" b="1" dirty="0">
                <a:solidFill>
                  <a:schemeClr val="accent2"/>
                </a:solidFill>
              </a:rPr>
              <a:t>Agent  IA</a:t>
            </a:r>
          </a:p>
        </p:txBody>
      </p:sp>
      <p:sp>
        <p:nvSpPr>
          <p:cNvPr id="7" name="ZoneTexte 6">
            <a:extLst>
              <a:ext uri="{FF2B5EF4-FFF2-40B4-BE49-F238E27FC236}">
                <a16:creationId xmlns:a16="http://schemas.microsoft.com/office/drawing/2014/main" id="{8C4EA472-D66F-A9F3-AD7B-106715DBA897}"/>
              </a:ext>
            </a:extLst>
          </p:cNvPr>
          <p:cNvSpPr txBox="1"/>
          <p:nvPr/>
        </p:nvSpPr>
        <p:spPr>
          <a:xfrm>
            <a:off x="5382676" y="2113324"/>
            <a:ext cx="1198854" cy="400110"/>
          </a:xfrm>
          <a:prstGeom prst="rect">
            <a:avLst/>
          </a:prstGeom>
          <a:noFill/>
        </p:spPr>
        <p:txBody>
          <a:bodyPr wrap="none" rtlCol="0">
            <a:spAutoFit/>
          </a:bodyPr>
          <a:lstStyle/>
          <a:p>
            <a:r>
              <a:rPr lang="fr-CA" sz="2000" b="1" dirty="0">
                <a:solidFill>
                  <a:schemeClr val="accent2"/>
                </a:solidFill>
              </a:rPr>
              <a:t>Agent  IA</a:t>
            </a:r>
          </a:p>
        </p:txBody>
      </p:sp>
      <p:sp>
        <p:nvSpPr>
          <p:cNvPr id="8" name="ZoneTexte 7">
            <a:extLst>
              <a:ext uri="{FF2B5EF4-FFF2-40B4-BE49-F238E27FC236}">
                <a16:creationId xmlns:a16="http://schemas.microsoft.com/office/drawing/2014/main" id="{1E78E202-31AB-FE70-F018-69B6C00B4823}"/>
              </a:ext>
            </a:extLst>
          </p:cNvPr>
          <p:cNvSpPr txBox="1"/>
          <p:nvPr/>
        </p:nvSpPr>
        <p:spPr>
          <a:xfrm>
            <a:off x="6344701" y="5999524"/>
            <a:ext cx="1198854" cy="400110"/>
          </a:xfrm>
          <a:prstGeom prst="rect">
            <a:avLst/>
          </a:prstGeom>
          <a:noFill/>
        </p:spPr>
        <p:txBody>
          <a:bodyPr wrap="none" rtlCol="0">
            <a:spAutoFit/>
          </a:bodyPr>
          <a:lstStyle/>
          <a:p>
            <a:r>
              <a:rPr lang="fr-CA" sz="2000" b="1" dirty="0">
                <a:solidFill>
                  <a:schemeClr val="accent2"/>
                </a:solidFill>
              </a:rPr>
              <a:t>Agent  IA</a:t>
            </a:r>
          </a:p>
        </p:txBody>
      </p:sp>
    </p:spTree>
    <p:extLst>
      <p:ext uri="{BB962C8B-B14F-4D97-AF65-F5344CB8AC3E}">
        <p14:creationId xmlns:p14="http://schemas.microsoft.com/office/powerpoint/2010/main" val="708478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DA1E3-739D-478B-6A21-C26A17604C73}"/>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5E526B5D-9256-C559-1788-EBEDEFCE6B71}"/>
              </a:ext>
            </a:extLst>
          </p:cNvPr>
          <p:cNvSpPr/>
          <p:nvPr/>
        </p:nvSpPr>
        <p:spPr>
          <a:xfrm>
            <a:off x="965698" y="3437469"/>
            <a:ext cx="206281" cy="888997"/>
          </a:xfrm>
          <a:prstGeom prst="rect">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5" name="Image 4">
            <a:extLst>
              <a:ext uri="{FF2B5EF4-FFF2-40B4-BE49-F238E27FC236}">
                <a16:creationId xmlns:a16="http://schemas.microsoft.com/office/drawing/2014/main" id="{710D3352-03C8-A291-48D8-680374731AA0}"/>
              </a:ext>
            </a:extLst>
          </p:cNvPr>
          <p:cNvPicPr>
            <a:picLocks noChangeAspect="1"/>
          </p:cNvPicPr>
          <p:nvPr/>
        </p:nvPicPr>
        <p:blipFill>
          <a:blip r:embed="rId3"/>
          <a:stretch>
            <a:fillRect/>
          </a:stretch>
        </p:blipFill>
        <p:spPr>
          <a:xfrm>
            <a:off x="317956" y="1225960"/>
            <a:ext cx="11177081" cy="3687782"/>
          </a:xfrm>
          <a:prstGeom prst="rect">
            <a:avLst/>
          </a:prstGeom>
        </p:spPr>
      </p:pic>
      <p:sp>
        <p:nvSpPr>
          <p:cNvPr id="7" name="ZoneTexte 6">
            <a:extLst>
              <a:ext uri="{FF2B5EF4-FFF2-40B4-BE49-F238E27FC236}">
                <a16:creationId xmlns:a16="http://schemas.microsoft.com/office/drawing/2014/main" id="{271E3011-3BA9-7E9A-8307-2767F9E37896}"/>
              </a:ext>
            </a:extLst>
          </p:cNvPr>
          <p:cNvSpPr txBox="1"/>
          <p:nvPr/>
        </p:nvSpPr>
        <p:spPr>
          <a:xfrm>
            <a:off x="863881" y="1038458"/>
            <a:ext cx="4364272" cy="369332"/>
          </a:xfrm>
          <a:prstGeom prst="rect">
            <a:avLst/>
          </a:prstGeom>
          <a:solidFill>
            <a:schemeClr val="bg2"/>
          </a:solidFill>
        </p:spPr>
        <p:txBody>
          <a:bodyPr wrap="none" rtlCol="0">
            <a:spAutoFit/>
          </a:bodyPr>
          <a:lstStyle/>
          <a:p>
            <a:r>
              <a:rPr lang="fr-CA" b="1"/>
              <a:t>Infrastructure et Automatisation du Flux</a:t>
            </a:r>
          </a:p>
        </p:txBody>
      </p:sp>
      <p:sp>
        <p:nvSpPr>
          <p:cNvPr id="8" name="ZoneTexte 7">
            <a:extLst>
              <a:ext uri="{FF2B5EF4-FFF2-40B4-BE49-F238E27FC236}">
                <a16:creationId xmlns:a16="http://schemas.microsoft.com/office/drawing/2014/main" id="{344027C1-9959-76E7-A2DE-6FD978999DB8}"/>
              </a:ext>
            </a:extLst>
          </p:cNvPr>
          <p:cNvSpPr txBox="1"/>
          <p:nvPr/>
        </p:nvSpPr>
        <p:spPr>
          <a:xfrm>
            <a:off x="6873401" y="1038458"/>
            <a:ext cx="4304255" cy="369332"/>
          </a:xfrm>
          <a:prstGeom prst="rect">
            <a:avLst/>
          </a:prstGeom>
          <a:solidFill>
            <a:schemeClr val="bg2"/>
          </a:solidFill>
        </p:spPr>
        <p:txBody>
          <a:bodyPr wrap="none" rtlCol="0">
            <a:spAutoFit/>
          </a:bodyPr>
          <a:lstStyle/>
          <a:p>
            <a:r>
              <a:rPr lang="fr-CA" b="1" dirty="0"/>
              <a:t>Analyse Hybride et Pilotage Stratégique</a:t>
            </a:r>
          </a:p>
        </p:txBody>
      </p:sp>
      <p:sp>
        <p:nvSpPr>
          <p:cNvPr id="11" name="ZoneTexte 10">
            <a:extLst>
              <a:ext uri="{FF2B5EF4-FFF2-40B4-BE49-F238E27FC236}">
                <a16:creationId xmlns:a16="http://schemas.microsoft.com/office/drawing/2014/main" id="{D63D2E8A-027C-947A-F6A3-7755BA76379A}"/>
              </a:ext>
            </a:extLst>
          </p:cNvPr>
          <p:cNvSpPr txBox="1"/>
          <p:nvPr/>
        </p:nvSpPr>
        <p:spPr>
          <a:xfrm>
            <a:off x="5487306" y="3763482"/>
            <a:ext cx="766319" cy="400110"/>
          </a:xfrm>
          <a:prstGeom prst="rect">
            <a:avLst/>
          </a:prstGeom>
          <a:solidFill>
            <a:schemeClr val="bg1"/>
          </a:solidFill>
        </p:spPr>
        <p:txBody>
          <a:bodyPr wrap="square" rtlCol="0">
            <a:spAutoFit/>
          </a:bodyPr>
          <a:lstStyle/>
          <a:p>
            <a:r>
              <a:rPr lang="fr-CA" sz="2000" b="1">
                <a:solidFill>
                  <a:srgbClr val="002060"/>
                </a:solidFill>
              </a:rPr>
              <a:t>OCR</a:t>
            </a:r>
          </a:p>
        </p:txBody>
      </p:sp>
      <p:sp>
        <p:nvSpPr>
          <p:cNvPr id="14" name="ZoneTexte 13">
            <a:extLst>
              <a:ext uri="{FF2B5EF4-FFF2-40B4-BE49-F238E27FC236}">
                <a16:creationId xmlns:a16="http://schemas.microsoft.com/office/drawing/2014/main" id="{17DC2051-D8AD-42EB-8AD1-8C9C5B5971FE}"/>
              </a:ext>
            </a:extLst>
          </p:cNvPr>
          <p:cNvSpPr txBox="1"/>
          <p:nvPr/>
        </p:nvSpPr>
        <p:spPr>
          <a:xfrm>
            <a:off x="5367366" y="4328967"/>
            <a:ext cx="1383122" cy="738664"/>
          </a:xfrm>
          <a:prstGeom prst="rect">
            <a:avLst/>
          </a:prstGeom>
          <a:solidFill>
            <a:schemeClr val="bg1"/>
          </a:solidFill>
        </p:spPr>
        <p:txBody>
          <a:bodyPr wrap="square" rtlCol="0">
            <a:spAutoFit/>
          </a:bodyPr>
          <a:lstStyle/>
          <a:p>
            <a:r>
              <a:rPr lang="fr-CA" sz="1400" b="1" dirty="0"/>
              <a:t>Capture automatique</a:t>
            </a:r>
          </a:p>
          <a:p>
            <a:r>
              <a:rPr lang="fr-CA" sz="1400" b="1" dirty="0"/>
              <a:t>des données</a:t>
            </a:r>
          </a:p>
        </p:txBody>
      </p:sp>
      <p:sp>
        <p:nvSpPr>
          <p:cNvPr id="15" name="ZoneTexte 14">
            <a:extLst>
              <a:ext uri="{FF2B5EF4-FFF2-40B4-BE49-F238E27FC236}">
                <a16:creationId xmlns:a16="http://schemas.microsoft.com/office/drawing/2014/main" id="{6D4516C0-DAA4-6E52-E697-9FF8B0319BF0}"/>
              </a:ext>
            </a:extLst>
          </p:cNvPr>
          <p:cNvSpPr txBox="1"/>
          <p:nvPr/>
        </p:nvSpPr>
        <p:spPr>
          <a:xfrm>
            <a:off x="3424681" y="3794868"/>
            <a:ext cx="1357065" cy="400110"/>
          </a:xfrm>
          <a:prstGeom prst="rect">
            <a:avLst/>
          </a:prstGeom>
          <a:solidFill>
            <a:schemeClr val="bg1"/>
          </a:solidFill>
        </p:spPr>
        <p:txBody>
          <a:bodyPr wrap="square" rtlCol="0">
            <a:spAutoFit/>
          </a:bodyPr>
          <a:lstStyle/>
          <a:p>
            <a:r>
              <a:rPr lang="fr-CA" sz="2000" b="1">
                <a:solidFill>
                  <a:srgbClr val="002060"/>
                </a:solidFill>
              </a:rPr>
              <a:t> Workflow</a:t>
            </a:r>
          </a:p>
        </p:txBody>
      </p:sp>
      <p:sp>
        <p:nvSpPr>
          <p:cNvPr id="16" name="ZoneTexte 15">
            <a:extLst>
              <a:ext uri="{FF2B5EF4-FFF2-40B4-BE49-F238E27FC236}">
                <a16:creationId xmlns:a16="http://schemas.microsoft.com/office/drawing/2014/main" id="{60931F8F-D2C0-9A2A-726B-0B8E09155DBA}"/>
              </a:ext>
            </a:extLst>
          </p:cNvPr>
          <p:cNvSpPr txBox="1"/>
          <p:nvPr/>
        </p:nvSpPr>
        <p:spPr>
          <a:xfrm>
            <a:off x="2009776" y="4295351"/>
            <a:ext cx="1328760" cy="1169551"/>
          </a:xfrm>
          <a:prstGeom prst="rect">
            <a:avLst/>
          </a:prstGeom>
          <a:solidFill>
            <a:schemeClr val="bg1"/>
          </a:solidFill>
        </p:spPr>
        <p:txBody>
          <a:bodyPr wrap="square" rtlCol="0">
            <a:spAutoFit/>
          </a:bodyPr>
          <a:lstStyle/>
          <a:p>
            <a:r>
              <a:rPr lang="fr-CA" sz="1400" b="1" dirty="0"/>
              <a:t>Mise en place  </a:t>
            </a:r>
          </a:p>
          <a:p>
            <a:r>
              <a:rPr lang="fr-CA" sz="1400" b="1" dirty="0"/>
              <a:t>d’un portail </a:t>
            </a:r>
          </a:p>
          <a:p>
            <a:r>
              <a:rPr lang="fr-CA" sz="1400" b="1" dirty="0"/>
              <a:t>sécurisé pour</a:t>
            </a:r>
          </a:p>
          <a:p>
            <a:r>
              <a:rPr lang="fr-CA" sz="1400" b="1" dirty="0"/>
              <a:t> le dépôt de </a:t>
            </a:r>
          </a:p>
          <a:p>
            <a:r>
              <a:rPr lang="fr-CA" sz="1400" b="1" dirty="0"/>
              <a:t>documents</a:t>
            </a:r>
          </a:p>
        </p:txBody>
      </p:sp>
      <p:sp>
        <p:nvSpPr>
          <p:cNvPr id="17" name="ZoneTexte 16">
            <a:extLst>
              <a:ext uri="{FF2B5EF4-FFF2-40B4-BE49-F238E27FC236}">
                <a16:creationId xmlns:a16="http://schemas.microsoft.com/office/drawing/2014/main" id="{B43B59CA-1701-D04D-E84B-496EA512E500}"/>
              </a:ext>
            </a:extLst>
          </p:cNvPr>
          <p:cNvSpPr txBox="1"/>
          <p:nvPr/>
        </p:nvSpPr>
        <p:spPr>
          <a:xfrm>
            <a:off x="1974771" y="3802908"/>
            <a:ext cx="1150217" cy="400110"/>
          </a:xfrm>
          <a:prstGeom prst="rect">
            <a:avLst/>
          </a:prstGeom>
          <a:solidFill>
            <a:schemeClr val="bg1"/>
          </a:solidFill>
        </p:spPr>
        <p:txBody>
          <a:bodyPr wrap="square" rtlCol="0">
            <a:spAutoFit/>
          </a:bodyPr>
          <a:lstStyle/>
          <a:p>
            <a:r>
              <a:rPr lang="fr-CA" sz="2000" b="1">
                <a:solidFill>
                  <a:srgbClr val="002060"/>
                </a:solidFill>
              </a:rPr>
              <a:t> Portail</a:t>
            </a:r>
          </a:p>
        </p:txBody>
      </p:sp>
      <p:sp>
        <p:nvSpPr>
          <p:cNvPr id="18" name="ZoneTexte 17">
            <a:extLst>
              <a:ext uri="{FF2B5EF4-FFF2-40B4-BE49-F238E27FC236}">
                <a16:creationId xmlns:a16="http://schemas.microsoft.com/office/drawing/2014/main" id="{562A08CC-F88D-6691-0B04-984531EB95C0}"/>
              </a:ext>
            </a:extLst>
          </p:cNvPr>
          <p:cNvSpPr txBox="1"/>
          <p:nvPr/>
        </p:nvSpPr>
        <p:spPr>
          <a:xfrm>
            <a:off x="417638" y="3763482"/>
            <a:ext cx="1198854" cy="400110"/>
          </a:xfrm>
          <a:prstGeom prst="rect">
            <a:avLst/>
          </a:prstGeom>
          <a:solidFill>
            <a:schemeClr val="bg1"/>
          </a:solidFill>
        </p:spPr>
        <p:txBody>
          <a:bodyPr wrap="square" rtlCol="0">
            <a:spAutoFit/>
          </a:bodyPr>
          <a:lstStyle/>
          <a:p>
            <a:r>
              <a:rPr lang="fr-CA" sz="2000" b="1" dirty="0">
                <a:solidFill>
                  <a:srgbClr val="002060"/>
                </a:solidFill>
              </a:rPr>
              <a:t> Règles</a:t>
            </a:r>
          </a:p>
        </p:txBody>
      </p:sp>
      <p:sp>
        <p:nvSpPr>
          <p:cNvPr id="19" name="ZoneTexte 18">
            <a:extLst>
              <a:ext uri="{FF2B5EF4-FFF2-40B4-BE49-F238E27FC236}">
                <a16:creationId xmlns:a16="http://schemas.microsoft.com/office/drawing/2014/main" id="{10418ECC-0609-E70B-9AFB-DE6CF94A4AB9}"/>
              </a:ext>
            </a:extLst>
          </p:cNvPr>
          <p:cNvSpPr txBox="1"/>
          <p:nvPr/>
        </p:nvSpPr>
        <p:spPr>
          <a:xfrm>
            <a:off x="220240" y="4250118"/>
            <a:ext cx="1467112" cy="1169551"/>
          </a:xfrm>
          <a:prstGeom prst="rect">
            <a:avLst/>
          </a:prstGeom>
          <a:solidFill>
            <a:schemeClr val="bg1"/>
          </a:solidFill>
        </p:spPr>
        <p:txBody>
          <a:bodyPr wrap="square" rtlCol="0">
            <a:spAutoFit/>
          </a:bodyPr>
          <a:lstStyle/>
          <a:p>
            <a:r>
              <a:rPr lang="fr-CA" sz="1400" b="1" dirty="0"/>
              <a:t>Nettoyage et </a:t>
            </a:r>
          </a:p>
          <a:p>
            <a:r>
              <a:rPr lang="fr-CA" sz="1400" b="1" dirty="0"/>
              <a:t>structuration </a:t>
            </a:r>
          </a:p>
          <a:p>
            <a:r>
              <a:rPr lang="fr-CA" sz="1400" b="1" dirty="0"/>
              <a:t>des règles </a:t>
            </a:r>
          </a:p>
          <a:p>
            <a:r>
              <a:rPr lang="fr-CA" sz="1400" b="1" dirty="0"/>
              <a:t>générales et </a:t>
            </a:r>
          </a:p>
          <a:p>
            <a:r>
              <a:rPr lang="fr-CA" sz="1400" b="1" dirty="0"/>
              <a:t>particulières</a:t>
            </a:r>
          </a:p>
        </p:txBody>
      </p:sp>
      <p:sp>
        <p:nvSpPr>
          <p:cNvPr id="20" name="ZoneTexte 19">
            <a:extLst>
              <a:ext uri="{FF2B5EF4-FFF2-40B4-BE49-F238E27FC236}">
                <a16:creationId xmlns:a16="http://schemas.microsoft.com/office/drawing/2014/main" id="{7DEB9978-097C-C15C-1BA1-5ADF5017BB7F}"/>
              </a:ext>
            </a:extLst>
          </p:cNvPr>
          <p:cNvSpPr txBox="1"/>
          <p:nvPr/>
        </p:nvSpPr>
        <p:spPr>
          <a:xfrm>
            <a:off x="458142" y="3975387"/>
            <a:ext cx="1198854" cy="400110"/>
          </a:xfrm>
          <a:prstGeom prst="rect">
            <a:avLst/>
          </a:prstGeom>
          <a:noFill/>
        </p:spPr>
        <p:txBody>
          <a:bodyPr wrap="none" rtlCol="0">
            <a:spAutoFit/>
          </a:bodyPr>
          <a:lstStyle/>
          <a:p>
            <a:r>
              <a:rPr lang="fr-CA" sz="2000" b="1" dirty="0">
                <a:solidFill>
                  <a:srgbClr val="00B050"/>
                </a:solidFill>
              </a:rPr>
              <a:t>Agent  IA</a:t>
            </a:r>
          </a:p>
        </p:txBody>
      </p:sp>
      <p:sp>
        <p:nvSpPr>
          <p:cNvPr id="21" name="ZoneTexte 20">
            <a:extLst>
              <a:ext uri="{FF2B5EF4-FFF2-40B4-BE49-F238E27FC236}">
                <a16:creationId xmlns:a16="http://schemas.microsoft.com/office/drawing/2014/main" id="{8D3C4172-C752-370F-3646-5E5560E9E89E}"/>
              </a:ext>
            </a:extLst>
          </p:cNvPr>
          <p:cNvSpPr txBox="1"/>
          <p:nvPr/>
        </p:nvSpPr>
        <p:spPr>
          <a:xfrm>
            <a:off x="680791" y="1562050"/>
            <a:ext cx="725669" cy="307777"/>
          </a:xfrm>
          <a:prstGeom prst="rect">
            <a:avLst/>
          </a:prstGeom>
          <a:solidFill>
            <a:schemeClr val="tx1"/>
          </a:solidFill>
        </p:spPr>
        <p:txBody>
          <a:bodyPr wrap="square" rtlCol="0">
            <a:spAutoFit/>
          </a:bodyPr>
          <a:lstStyle/>
          <a:p>
            <a:r>
              <a:rPr lang="fr-CA" sz="1400" b="1">
                <a:solidFill>
                  <a:schemeClr val="bg1"/>
                </a:solidFill>
              </a:rPr>
              <a:t>Valeur</a:t>
            </a:r>
          </a:p>
        </p:txBody>
      </p:sp>
      <p:sp>
        <p:nvSpPr>
          <p:cNvPr id="22" name="ZoneTexte 21">
            <a:extLst>
              <a:ext uri="{FF2B5EF4-FFF2-40B4-BE49-F238E27FC236}">
                <a16:creationId xmlns:a16="http://schemas.microsoft.com/office/drawing/2014/main" id="{2466176C-4526-2BAF-8667-B40B286B605C}"/>
              </a:ext>
            </a:extLst>
          </p:cNvPr>
          <p:cNvSpPr txBox="1"/>
          <p:nvPr/>
        </p:nvSpPr>
        <p:spPr>
          <a:xfrm>
            <a:off x="2334866" y="1562050"/>
            <a:ext cx="725669" cy="307777"/>
          </a:xfrm>
          <a:prstGeom prst="rect">
            <a:avLst/>
          </a:prstGeom>
          <a:solidFill>
            <a:schemeClr val="tx1"/>
          </a:solidFill>
        </p:spPr>
        <p:txBody>
          <a:bodyPr wrap="square" rtlCol="0">
            <a:spAutoFit/>
          </a:bodyPr>
          <a:lstStyle/>
          <a:p>
            <a:r>
              <a:rPr lang="fr-CA" sz="1400" b="1">
                <a:solidFill>
                  <a:schemeClr val="bg1"/>
                </a:solidFill>
              </a:rPr>
              <a:t>Valeur</a:t>
            </a:r>
          </a:p>
        </p:txBody>
      </p:sp>
      <p:sp>
        <p:nvSpPr>
          <p:cNvPr id="23" name="ZoneTexte 22">
            <a:extLst>
              <a:ext uri="{FF2B5EF4-FFF2-40B4-BE49-F238E27FC236}">
                <a16:creationId xmlns:a16="http://schemas.microsoft.com/office/drawing/2014/main" id="{08877407-AB9A-C8C0-59CB-0CF18AACADF1}"/>
              </a:ext>
            </a:extLst>
          </p:cNvPr>
          <p:cNvSpPr txBox="1"/>
          <p:nvPr/>
        </p:nvSpPr>
        <p:spPr>
          <a:xfrm>
            <a:off x="3626106" y="1562050"/>
            <a:ext cx="725669" cy="307777"/>
          </a:xfrm>
          <a:prstGeom prst="rect">
            <a:avLst/>
          </a:prstGeom>
          <a:solidFill>
            <a:schemeClr val="tx1"/>
          </a:solidFill>
        </p:spPr>
        <p:txBody>
          <a:bodyPr wrap="square" rtlCol="0">
            <a:spAutoFit/>
          </a:bodyPr>
          <a:lstStyle/>
          <a:p>
            <a:r>
              <a:rPr lang="fr-CA" sz="1400" b="1">
                <a:solidFill>
                  <a:schemeClr val="bg1"/>
                </a:solidFill>
              </a:rPr>
              <a:t>Valeur</a:t>
            </a:r>
          </a:p>
        </p:txBody>
      </p:sp>
      <p:sp>
        <p:nvSpPr>
          <p:cNvPr id="25" name="ZoneTexte 24">
            <a:extLst>
              <a:ext uri="{FF2B5EF4-FFF2-40B4-BE49-F238E27FC236}">
                <a16:creationId xmlns:a16="http://schemas.microsoft.com/office/drawing/2014/main" id="{B68F1A30-8B7A-4E00-A92B-8106C9C81B4C}"/>
              </a:ext>
            </a:extLst>
          </p:cNvPr>
          <p:cNvSpPr txBox="1"/>
          <p:nvPr/>
        </p:nvSpPr>
        <p:spPr>
          <a:xfrm>
            <a:off x="7036106" y="1561715"/>
            <a:ext cx="725669" cy="307777"/>
          </a:xfrm>
          <a:prstGeom prst="rect">
            <a:avLst/>
          </a:prstGeom>
          <a:solidFill>
            <a:schemeClr val="tx1"/>
          </a:solidFill>
        </p:spPr>
        <p:txBody>
          <a:bodyPr wrap="square" rtlCol="0">
            <a:spAutoFit/>
          </a:bodyPr>
          <a:lstStyle/>
          <a:p>
            <a:r>
              <a:rPr lang="fr-CA" sz="1400" b="1">
                <a:solidFill>
                  <a:schemeClr val="bg1"/>
                </a:solidFill>
              </a:rPr>
              <a:t>Valeur</a:t>
            </a:r>
          </a:p>
        </p:txBody>
      </p:sp>
      <p:sp>
        <p:nvSpPr>
          <p:cNvPr id="26" name="ZoneTexte 25">
            <a:extLst>
              <a:ext uri="{FF2B5EF4-FFF2-40B4-BE49-F238E27FC236}">
                <a16:creationId xmlns:a16="http://schemas.microsoft.com/office/drawing/2014/main" id="{3DC847F4-2668-CAC6-061D-52CB6744BB3E}"/>
              </a:ext>
            </a:extLst>
          </p:cNvPr>
          <p:cNvSpPr txBox="1"/>
          <p:nvPr/>
        </p:nvSpPr>
        <p:spPr>
          <a:xfrm>
            <a:off x="11132203" y="1561715"/>
            <a:ext cx="725669" cy="307777"/>
          </a:xfrm>
          <a:prstGeom prst="rect">
            <a:avLst/>
          </a:prstGeom>
          <a:solidFill>
            <a:schemeClr val="tx1"/>
          </a:solidFill>
        </p:spPr>
        <p:txBody>
          <a:bodyPr wrap="square" rtlCol="0">
            <a:spAutoFit/>
          </a:bodyPr>
          <a:lstStyle/>
          <a:p>
            <a:r>
              <a:rPr lang="fr-CA" sz="1400" b="1">
                <a:solidFill>
                  <a:schemeClr val="bg1"/>
                </a:solidFill>
              </a:rPr>
              <a:t>Valeur</a:t>
            </a:r>
          </a:p>
        </p:txBody>
      </p:sp>
      <p:sp>
        <p:nvSpPr>
          <p:cNvPr id="27" name="ZoneTexte 26">
            <a:extLst>
              <a:ext uri="{FF2B5EF4-FFF2-40B4-BE49-F238E27FC236}">
                <a16:creationId xmlns:a16="http://schemas.microsoft.com/office/drawing/2014/main" id="{55EEDE67-280E-E1B9-6B7F-273B8781B697}"/>
              </a:ext>
            </a:extLst>
          </p:cNvPr>
          <p:cNvSpPr txBox="1"/>
          <p:nvPr/>
        </p:nvSpPr>
        <p:spPr>
          <a:xfrm>
            <a:off x="863881" y="1920926"/>
            <a:ext cx="308098" cy="369332"/>
          </a:xfrm>
          <a:prstGeom prst="rect">
            <a:avLst/>
          </a:prstGeom>
          <a:solidFill>
            <a:schemeClr val="bg2"/>
          </a:solidFill>
        </p:spPr>
        <p:txBody>
          <a:bodyPr wrap="none" rtlCol="0">
            <a:spAutoFit/>
          </a:bodyPr>
          <a:lstStyle/>
          <a:p>
            <a:r>
              <a:rPr lang="fr-CA" b="1"/>
              <a:t>1</a:t>
            </a:r>
          </a:p>
        </p:txBody>
      </p:sp>
      <p:sp>
        <p:nvSpPr>
          <p:cNvPr id="28" name="ZoneTexte 27">
            <a:extLst>
              <a:ext uri="{FF2B5EF4-FFF2-40B4-BE49-F238E27FC236}">
                <a16:creationId xmlns:a16="http://schemas.microsoft.com/office/drawing/2014/main" id="{5479CC1A-87C5-5231-16DC-2C079EF68563}"/>
              </a:ext>
            </a:extLst>
          </p:cNvPr>
          <p:cNvSpPr txBox="1"/>
          <p:nvPr/>
        </p:nvSpPr>
        <p:spPr>
          <a:xfrm>
            <a:off x="2515004" y="1920926"/>
            <a:ext cx="308098" cy="369332"/>
          </a:xfrm>
          <a:prstGeom prst="rect">
            <a:avLst/>
          </a:prstGeom>
          <a:solidFill>
            <a:schemeClr val="bg2"/>
          </a:solidFill>
        </p:spPr>
        <p:txBody>
          <a:bodyPr wrap="none" rtlCol="0">
            <a:spAutoFit/>
          </a:bodyPr>
          <a:lstStyle/>
          <a:p>
            <a:r>
              <a:rPr lang="fr-CA" b="1"/>
              <a:t>2</a:t>
            </a:r>
          </a:p>
        </p:txBody>
      </p:sp>
      <p:sp>
        <p:nvSpPr>
          <p:cNvPr id="29" name="ZoneTexte 28">
            <a:extLst>
              <a:ext uri="{FF2B5EF4-FFF2-40B4-BE49-F238E27FC236}">
                <a16:creationId xmlns:a16="http://schemas.microsoft.com/office/drawing/2014/main" id="{638C244D-529E-1CD1-34F3-75DCFB18B377}"/>
              </a:ext>
            </a:extLst>
          </p:cNvPr>
          <p:cNvSpPr txBox="1"/>
          <p:nvPr/>
        </p:nvSpPr>
        <p:spPr>
          <a:xfrm>
            <a:off x="3841844" y="1924967"/>
            <a:ext cx="308098" cy="369332"/>
          </a:xfrm>
          <a:prstGeom prst="rect">
            <a:avLst/>
          </a:prstGeom>
          <a:solidFill>
            <a:schemeClr val="bg2"/>
          </a:solidFill>
        </p:spPr>
        <p:txBody>
          <a:bodyPr wrap="none" rtlCol="0">
            <a:spAutoFit/>
          </a:bodyPr>
          <a:lstStyle/>
          <a:p>
            <a:r>
              <a:rPr lang="fr-CA" b="1"/>
              <a:t>3</a:t>
            </a:r>
          </a:p>
        </p:txBody>
      </p:sp>
      <p:sp>
        <p:nvSpPr>
          <p:cNvPr id="31" name="ZoneTexte 30">
            <a:extLst>
              <a:ext uri="{FF2B5EF4-FFF2-40B4-BE49-F238E27FC236}">
                <a16:creationId xmlns:a16="http://schemas.microsoft.com/office/drawing/2014/main" id="{8D02414B-9732-8249-6CE0-DA143277978C}"/>
              </a:ext>
            </a:extLst>
          </p:cNvPr>
          <p:cNvSpPr txBox="1"/>
          <p:nvPr/>
        </p:nvSpPr>
        <p:spPr>
          <a:xfrm>
            <a:off x="7222664" y="1920926"/>
            <a:ext cx="308098" cy="369332"/>
          </a:xfrm>
          <a:prstGeom prst="rect">
            <a:avLst/>
          </a:prstGeom>
          <a:solidFill>
            <a:schemeClr val="bg2"/>
          </a:solidFill>
        </p:spPr>
        <p:txBody>
          <a:bodyPr wrap="none" rtlCol="0">
            <a:spAutoFit/>
          </a:bodyPr>
          <a:lstStyle/>
          <a:p>
            <a:r>
              <a:rPr lang="fr-CA" b="1"/>
              <a:t>5</a:t>
            </a:r>
          </a:p>
        </p:txBody>
      </p:sp>
      <p:sp>
        <p:nvSpPr>
          <p:cNvPr id="32" name="ZoneTexte 31">
            <a:extLst>
              <a:ext uri="{FF2B5EF4-FFF2-40B4-BE49-F238E27FC236}">
                <a16:creationId xmlns:a16="http://schemas.microsoft.com/office/drawing/2014/main" id="{EA9FF43D-6CF4-D003-59EB-BA106697EAA3}"/>
              </a:ext>
            </a:extLst>
          </p:cNvPr>
          <p:cNvSpPr txBox="1"/>
          <p:nvPr/>
        </p:nvSpPr>
        <p:spPr>
          <a:xfrm>
            <a:off x="11297076" y="1917338"/>
            <a:ext cx="308098" cy="369332"/>
          </a:xfrm>
          <a:prstGeom prst="rect">
            <a:avLst/>
          </a:prstGeom>
          <a:solidFill>
            <a:schemeClr val="bg2"/>
          </a:solidFill>
        </p:spPr>
        <p:txBody>
          <a:bodyPr wrap="none" rtlCol="0">
            <a:spAutoFit/>
          </a:bodyPr>
          <a:lstStyle/>
          <a:p>
            <a:r>
              <a:rPr lang="fr-CA" b="1"/>
              <a:t>6</a:t>
            </a:r>
          </a:p>
        </p:txBody>
      </p:sp>
      <p:sp>
        <p:nvSpPr>
          <p:cNvPr id="35" name="ZoneTexte 34">
            <a:extLst>
              <a:ext uri="{FF2B5EF4-FFF2-40B4-BE49-F238E27FC236}">
                <a16:creationId xmlns:a16="http://schemas.microsoft.com/office/drawing/2014/main" id="{7311D684-91E6-A952-E0D0-429B75946A65}"/>
              </a:ext>
            </a:extLst>
          </p:cNvPr>
          <p:cNvSpPr txBox="1"/>
          <p:nvPr/>
        </p:nvSpPr>
        <p:spPr>
          <a:xfrm>
            <a:off x="1171979" y="358055"/>
            <a:ext cx="8985665" cy="523220"/>
          </a:xfrm>
          <a:prstGeom prst="rect">
            <a:avLst/>
          </a:prstGeom>
          <a:noFill/>
        </p:spPr>
        <p:txBody>
          <a:bodyPr wrap="none" rtlCol="0">
            <a:spAutoFit/>
          </a:bodyPr>
          <a:lstStyle/>
          <a:p>
            <a:r>
              <a:rPr lang="fr-CA" sz="2800" b="1" dirty="0"/>
              <a:t>Modernisation: L’IA au Service de l’Expertise Humaine</a:t>
            </a:r>
          </a:p>
        </p:txBody>
      </p:sp>
      <p:sp>
        <p:nvSpPr>
          <p:cNvPr id="40" name="Accolade fermante 39">
            <a:extLst>
              <a:ext uri="{FF2B5EF4-FFF2-40B4-BE49-F238E27FC236}">
                <a16:creationId xmlns:a16="http://schemas.microsoft.com/office/drawing/2014/main" id="{3E454E50-A36A-9CC9-AF2E-0E616CE85751}"/>
              </a:ext>
            </a:extLst>
          </p:cNvPr>
          <p:cNvSpPr/>
          <p:nvPr/>
        </p:nvSpPr>
        <p:spPr>
          <a:xfrm rot="5400000">
            <a:off x="5553023" y="2131332"/>
            <a:ext cx="342710" cy="7458133"/>
          </a:xfrm>
          <a:prstGeom prst="rightBrac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CA"/>
          </a:p>
        </p:txBody>
      </p:sp>
      <p:sp>
        <p:nvSpPr>
          <p:cNvPr id="43" name="Accolade fermante 42">
            <a:extLst>
              <a:ext uri="{FF2B5EF4-FFF2-40B4-BE49-F238E27FC236}">
                <a16:creationId xmlns:a16="http://schemas.microsoft.com/office/drawing/2014/main" id="{C3975EB4-A634-D2A2-804E-686BA98401B4}"/>
              </a:ext>
            </a:extLst>
          </p:cNvPr>
          <p:cNvSpPr/>
          <p:nvPr/>
        </p:nvSpPr>
        <p:spPr>
          <a:xfrm rot="5400000">
            <a:off x="816079" y="5184962"/>
            <a:ext cx="276121" cy="1324705"/>
          </a:xfrm>
          <a:prstGeom prst="rightBrace">
            <a:avLst/>
          </a:prstGeom>
          <a:ln>
            <a:solidFill>
              <a:srgbClr val="00B05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CA"/>
          </a:p>
        </p:txBody>
      </p:sp>
      <p:sp>
        <p:nvSpPr>
          <p:cNvPr id="44" name="Ellipse 43">
            <a:extLst>
              <a:ext uri="{FF2B5EF4-FFF2-40B4-BE49-F238E27FC236}">
                <a16:creationId xmlns:a16="http://schemas.microsoft.com/office/drawing/2014/main" id="{BB95FB60-D475-D8F6-8304-376621B6339C}"/>
              </a:ext>
            </a:extLst>
          </p:cNvPr>
          <p:cNvSpPr/>
          <p:nvPr/>
        </p:nvSpPr>
        <p:spPr>
          <a:xfrm>
            <a:off x="7895834" y="3191214"/>
            <a:ext cx="1653173" cy="1826482"/>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46" name="Rectangle 45">
            <a:extLst>
              <a:ext uri="{FF2B5EF4-FFF2-40B4-BE49-F238E27FC236}">
                <a16:creationId xmlns:a16="http://schemas.microsoft.com/office/drawing/2014/main" id="{09686983-653F-82E7-B329-7B1059D48E34}"/>
              </a:ext>
            </a:extLst>
          </p:cNvPr>
          <p:cNvSpPr/>
          <p:nvPr/>
        </p:nvSpPr>
        <p:spPr>
          <a:xfrm>
            <a:off x="4876800" y="1407790"/>
            <a:ext cx="1343581" cy="12866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24" name="ZoneTexte 23">
            <a:extLst>
              <a:ext uri="{FF2B5EF4-FFF2-40B4-BE49-F238E27FC236}">
                <a16:creationId xmlns:a16="http://schemas.microsoft.com/office/drawing/2014/main" id="{6DEDA73B-8CCA-8C82-2D10-AB6D0A8F9174}"/>
              </a:ext>
            </a:extLst>
          </p:cNvPr>
          <p:cNvSpPr txBox="1"/>
          <p:nvPr/>
        </p:nvSpPr>
        <p:spPr>
          <a:xfrm>
            <a:off x="5280413" y="1561715"/>
            <a:ext cx="778514" cy="307777"/>
          </a:xfrm>
          <a:prstGeom prst="rect">
            <a:avLst/>
          </a:prstGeom>
          <a:solidFill>
            <a:schemeClr val="tx1"/>
          </a:solidFill>
        </p:spPr>
        <p:txBody>
          <a:bodyPr wrap="square" rtlCol="0">
            <a:spAutoFit/>
          </a:bodyPr>
          <a:lstStyle/>
          <a:p>
            <a:r>
              <a:rPr lang="fr-CA" sz="1400" b="1">
                <a:solidFill>
                  <a:schemeClr val="bg1"/>
                </a:solidFill>
              </a:rPr>
              <a:t>Valeur</a:t>
            </a:r>
          </a:p>
        </p:txBody>
      </p:sp>
      <p:sp>
        <p:nvSpPr>
          <p:cNvPr id="30" name="ZoneTexte 29">
            <a:extLst>
              <a:ext uri="{FF2B5EF4-FFF2-40B4-BE49-F238E27FC236}">
                <a16:creationId xmlns:a16="http://schemas.microsoft.com/office/drawing/2014/main" id="{27C489EE-6FB0-6FBA-D6A6-20C150D76FFE}"/>
              </a:ext>
            </a:extLst>
          </p:cNvPr>
          <p:cNvSpPr txBox="1"/>
          <p:nvPr/>
        </p:nvSpPr>
        <p:spPr>
          <a:xfrm>
            <a:off x="5487306" y="1920925"/>
            <a:ext cx="308098" cy="369332"/>
          </a:xfrm>
          <a:prstGeom prst="rect">
            <a:avLst/>
          </a:prstGeom>
          <a:solidFill>
            <a:schemeClr val="bg2"/>
          </a:solidFill>
        </p:spPr>
        <p:txBody>
          <a:bodyPr wrap="none" rtlCol="0">
            <a:spAutoFit/>
          </a:bodyPr>
          <a:lstStyle/>
          <a:p>
            <a:r>
              <a:rPr lang="fr-CA" b="1"/>
              <a:t>4</a:t>
            </a:r>
          </a:p>
        </p:txBody>
      </p:sp>
      <p:sp>
        <p:nvSpPr>
          <p:cNvPr id="47" name="ZoneTexte 46">
            <a:extLst>
              <a:ext uri="{FF2B5EF4-FFF2-40B4-BE49-F238E27FC236}">
                <a16:creationId xmlns:a16="http://schemas.microsoft.com/office/drawing/2014/main" id="{BEB090E8-F831-EB09-F661-76F30F376EFD}"/>
              </a:ext>
            </a:extLst>
          </p:cNvPr>
          <p:cNvSpPr txBox="1"/>
          <p:nvPr/>
        </p:nvSpPr>
        <p:spPr>
          <a:xfrm>
            <a:off x="3500475" y="4371949"/>
            <a:ext cx="1591384" cy="954107"/>
          </a:xfrm>
          <a:prstGeom prst="rect">
            <a:avLst/>
          </a:prstGeom>
          <a:solidFill>
            <a:schemeClr val="bg1"/>
          </a:solidFill>
        </p:spPr>
        <p:txBody>
          <a:bodyPr wrap="square" rtlCol="0">
            <a:spAutoFit/>
          </a:bodyPr>
          <a:lstStyle/>
          <a:p>
            <a:r>
              <a:rPr lang="fr-CA" sz="1400" b="1"/>
              <a:t>Mise en place </a:t>
            </a:r>
          </a:p>
          <a:p>
            <a:r>
              <a:rPr lang="fr-CA" sz="1400" b="1"/>
              <a:t>d’un moteur </a:t>
            </a:r>
          </a:p>
          <a:p>
            <a:r>
              <a:rPr lang="fr-CA" sz="1400" b="1"/>
              <a:t>de gestion </a:t>
            </a:r>
          </a:p>
          <a:p>
            <a:r>
              <a:rPr lang="fr-CA" sz="1400" b="1"/>
              <a:t>de dossiers </a:t>
            </a:r>
          </a:p>
        </p:txBody>
      </p:sp>
      <p:sp>
        <p:nvSpPr>
          <p:cNvPr id="2" name="ZoneTexte 1">
            <a:extLst>
              <a:ext uri="{FF2B5EF4-FFF2-40B4-BE49-F238E27FC236}">
                <a16:creationId xmlns:a16="http://schemas.microsoft.com/office/drawing/2014/main" id="{ABAB5736-7B41-D15D-2B41-008FFC9D1AD3}"/>
              </a:ext>
            </a:extLst>
          </p:cNvPr>
          <p:cNvSpPr txBox="1"/>
          <p:nvPr/>
        </p:nvSpPr>
        <p:spPr>
          <a:xfrm>
            <a:off x="7941182" y="1549261"/>
            <a:ext cx="1602312" cy="677108"/>
          </a:xfrm>
          <a:prstGeom prst="rect">
            <a:avLst/>
          </a:prstGeom>
          <a:solidFill>
            <a:srgbClr val="E7F6F3"/>
          </a:solidFill>
        </p:spPr>
        <p:txBody>
          <a:bodyPr wrap="square" rtlCol="0">
            <a:spAutoFit/>
          </a:bodyPr>
          <a:lstStyle/>
          <a:p>
            <a:r>
              <a:rPr lang="fr-CA" sz="1400" b="1"/>
              <a:t>Souveraineté </a:t>
            </a:r>
            <a:r>
              <a:rPr lang="fr-CA" sz="1200" b="1"/>
              <a:t>de l’expert du MÉQ</a:t>
            </a:r>
          </a:p>
          <a:p>
            <a:endParaRPr lang="fr-CA" sz="1200" b="1"/>
          </a:p>
        </p:txBody>
      </p:sp>
      <p:sp>
        <p:nvSpPr>
          <p:cNvPr id="3" name="Accolade fermante 2">
            <a:extLst>
              <a:ext uri="{FF2B5EF4-FFF2-40B4-BE49-F238E27FC236}">
                <a16:creationId xmlns:a16="http://schemas.microsoft.com/office/drawing/2014/main" id="{D6761C9A-299F-F817-ABF6-9939C996F22C}"/>
              </a:ext>
            </a:extLst>
          </p:cNvPr>
          <p:cNvSpPr/>
          <p:nvPr/>
        </p:nvSpPr>
        <p:spPr>
          <a:xfrm rot="5400000">
            <a:off x="10392188" y="4920122"/>
            <a:ext cx="276121" cy="1835801"/>
          </a:xfrm>
          <a:prstGeom prst="rightBrace">
            <a:avLst/>
          </a:prstGeom>
          <a:ln>
            <a:solidFill>
              <a:schemeClr val="accent5"/>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CA"/>
          </a:p>
        </p:txBody>
      </p:sp>
      <p:cxnSp>
        <p:nvCxnSpPr>
          <p:cNvPr id="9" name="Connecteur droit 8">
            <a:extLst>
              <a:ext uri="{FF2B5EF4-FFF2-40B4-BE49-F238E27FC236}">
                <a16:creationId xmlns:a16="http://schemas.microsoft.com/office/drawing/2014/main" id="{5E85DA67-A359-C31B-074B-BF1A4606B37A}"/>
              </a:ext>
            </a:extLst>
          </p:cNvPr>
          <p:cNvCxnSpPr/>
          <p:nvPr/>
        </p:nvCxnSpPr>
        <p:spPr>
          <a:xfrm>
            <a:off x="317956" y="2694409"/>
            <a:ext cx="1656815" cy="0"/>
          </a:xfrm>
          <a:prstGeom prst="line">
            <a:avLst/>
          </a:prstGeom>
          <a:ln w="57150">
            <a:solidFill>
              <a:srgbClr val="00B050"/>
            </a:solidFill>
            <a:prstDash val="sysDot"/>
          </a:ln>
        </p:spPr>
        <p:style>
          <a:lnRef idx="2">
            <a:schemeClr val="accent1"/>
          </a:lnRef>
          <a:fillRef idx="0">
            <a:schemeClr val="accent1"/>
          </a:fillRef>
          <a:effectRef idx="1">
            <a:schemeClr val="accent1"/>
          </a:effectRef>
          <a:fontRef idx="minor">
            <a:schemeClr val="tx1"/>
          </a:fontRef>
        </p:style>
      </p:cxnSp>
      <p:cxnSp>
        <p:nvCxnSpPr>
          <p:cNvPr id="10" name="Connecteur droit 9">
            <a:extLst>
              <a:ext uri="{FF2B5EF4-FFF2-40B4-BE49-F238E27FC236}">
                <a16:creationId xmlns:a16="http://schemas.microsoft.com/office/drawing/2014/main" id="{AB3E347D-0267-01B9-7554-D986C0A424E5}"/>
              </a:ext>
            </a:extLst>
          </p:cNvPr>
          <p:cNvCxnSpPr>
            <a:cxnSpLocks/>
          </p:cNvCxnSpPr>
          <p:nvPr/>
        </p:nvCxnSpPr>
        <p:spPr>
          <a:xfrm>
            <a:off x="2232127" y="2694409"/>
            <a:ext cx="7178556" cy="0"/>
          </a:xfrm>
          <a:prstGeom prst="line">
            <a:avLst/>
          </a:prstGeom>
          <a:ln w="57150">
            <a:solidFill>
              <a:schemeClr val="accent2">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eur droit 48">
            <a:extLst>
              <a:ext uri="{FF2B5EF4-FFF2-40B4-BE49-F238E27FC236}">
                <a16:creationId xmlns:a16="http://schemas.microsoft.com/office/drawing/2014/main" id="{7D7BF3E3-6EC4-F030-746C-1119E1405A9D}"/>
              </a:ext>
            </a:extLst>
          </p:cNvPr>
          <p:cNvCxnSpPr>
            <a:cxnSpLocks/>
          </p:cNvCxnSpPr>
          <p:nvPr/>
        </p:nvCxnSpPr>
        <p:spPr>
          <a:xfrm>
            <a:off x="9543494" y="2694409"/>
            <a:ext cx="1951543" cy="0"/>
          </a:xfrm>
          <a:prstGeom prst="line">
            <a:avLst/>
          </a:prstGeom>
          <a:ln w="57150">
            <a:solidFill>
              <a:schemeClr val="accent5"/>
            </a:solidFill>
            <a:prstDash val="sysDot"/>
          </a:ln>
        </p:spPr>
        <p:style>
          <a:lnRef idx="2">
            <a:schemeClr val="accent1"/>
          </a:lnRef>
          <a:fillRef idx="0">
            <a:schemeClr val="accent1"/>
          </a:fillRef>
          <a:effectRef idx="1">
            <a:schemeClr val="accent1"/>
          </a:effectRef>
          <a:fontRef idx="minor">
            <a:schemeClr val="tx1"/>
          </a:fontRef>
        </p:style>
      </p:cxnSp>
      <p:sp>
        <p:nvSpPr>
          <p:cNvPr id="53" name="ZoneTexte 52">
            <a:extLst>
              <a:ext uri="{FF2B5EF4-FFF2-40B4-BE49-F238E27FC236}">
                <a16:creationId xmlns:a16="http://schemas.microsoft.com/office/drawing/2014/main" id="{D67E5261-9EA0-6178-0859-B9D16BB2081C}"/>
              </a:ext>
            </a:extLst>
          </p:cNvPr>
          <p:cNvSpPr txBox="1"/>
          <p:nvPr/>
        </p:nvSpPr>
        <p:spPr>
          <a:xfrm>
            <a:off x="258534" y="2540520"/>
            <a:ext cx="372218" cy="307777"/>
          </a:xfrm>
          <a:prstGeom prst="rect">
            <a:avLst/>
          </a:prstGeom>
          <a:solidFill>
            <a:srgbClr val="00B050"/>
          </a:solidFill>
        </p:spPr>
        <p:txBody>
          <a:bodyPr wrap="none" rtlCol="0">
            <a:spAutoFit/>
          </a:bodyPr>
          <a:lstStyle/>
          <a:p>
            <a:r>
              <a:rPr lang="fr-CA" sz="1400" b="1" dirty="0"/>
              <a:t>L1</a:t>
            </a:r>
          </a:p>
        </p:txBody>
      </p:sp>
      <p:sp>
        <p:nvSpPr>
          <p:cNvPr id="54" name="ZoneTexte 53">
            <a:extLst>
              <a:ext uri="{FF2B5EF4-FFF2-40B4-BE49-F238E27FC236}">
                <a16:creationId xmlns:a16="http://schemas.microsoft.com/office/drawing/2014/main" id="{BE276CA7-8AAD-227E-CE9E-056777F24F5A}"/>
              </a:ext>
            </a:extLst>
          </p:cNvPr>
          <p:cNvSpPr txBox="1"/>
          <p:nvPr/>
        </p:nvSpPr>
        <p:spPr>
          <a:xfrm>
            <a:off x="1886378" y="2540520"/>
            <a:ext cx="372218" cy="307777"/>
          </a:xfrm>
          <a:prstGeom prst="rect">
            <a:avLst/>
          </a:prstGeom>
          <a:solidFill>
            <a:schemeClr val="accent2">
              <a:lumMod val="75000"/>
            </a:schemeClr>
          </a:solidFill>
        </p:spPr>
        <p:txBody>
          <a:bodyPr wrap="none" rtlCol="0">
            <a:spAutoFit/>
          </a:bodyPr>
          <a:lstStyle/>
          <a:p>
            <a:r>
              <a:rPr lang="fr-CA" sz="1400" b="1" dirty="0"/>
              <a:t>L2</a:t>
            </a:r>
          </a:p>
        </p:txBody>
      </p:sp>
      <p:sp>
        <p:nvSpPr>
          <p:cNvPr id="55" name="ZoneTexte 54">
            <a:extLst>
              <a:ext uri="{FF2B5EF4-FFF2-40B4-BE49-F238E27FC236}">
                <a16:creationId xmlns:a16="http://schemas.microsoft.com/office/drawing/2014/main" id="{D723B049-DEFC-83E0-CA8C-FE4A3279C4F7}"/>
              </a:ext>
            </a:extLst>
          </p:cNvPr>
          <p:cNvSpPr txBox="1"/>
          <p:nvPr/>
        </p:nvSpPr>
        <p:spPr>
          <a:xfrm>
            <a:off x="9219883" y="2531398"/>
            <a:ext cx="372218" cy="307777"/>
          </a:xfrm>
          <a:prstGeom prst="rect">
            <a:avLst/>
          </a:prstGeom>
          <a:solidFill>
            <a:schemeClr val="accent5"/>
          </a:solidFill>
        </p:spPr>
        <p:txBody>
          <a:bodyPr wrap="none" rtlCol="0">
            <a:spAutoFit/>
          </a:bodyPr>
          <a:lstStyle/>
          <a:p>
            <a:r>
              <a:rPr lang="fr-CA" sz="1400" b="1" dirty="0"/>
              <a:t>L3</a:t>
            </a:r>
          </a:p>
        </p:txBody>
      </p:sp>
      <p:sp>
        <p:nvSpPr>
          <p:cNvPr id="56" name="ZoneTexte 55">
            <a:extLst>
              <a:ext uri="{FF2B5EF4-FFF2-40B4-BE49-F238E27FC236}">
                <a16:creationId xmlns:a16="http://schemas.microsoft.com/office/drawing/2014/main" id="{E3E723E4-FD0C-DA8B-C53E-339E059740F2}"/>
              </a:ext>
            </a:extLst>
          </p:cNvPr>
          <p:cNvSpPr txBox="1"/>
          <p:nvPr/>
        </p:nvSpPr>
        <p:spPr>
          <a:xfrm>
            <a:off x="11185165" y="2531397"/>
            <a:ext cx="372218" cy="307777"/>
          </a:xfrm>
          <a:prstGeom prst="rect">
            <a:avLst/>
          </a:prstGeom>
          <a:solidFill>
            <a:schemeClr val="tx1"/>
          </a:solidFill>
        </p:spPr>
        <p:txBody>
          <a:bodyPr wrap="none" rtlCol="0">
            <a:spAutoFit/>
          </a:bodyPr>
          <a:lstStyle/>
          <a:p>
            <a:r>
              <a:rPr lang="fr-CA" sz="1400" b="1" dirty="0">
                <a:solidFill>
                  <a:schemeClr val="bg1"/>
                </a:solidFill>
              </a:rPr>
              <a:t>L4</a:t>
            </a:r>
          </a:p>
        </p:txBody>
      </p:sp>
      <p:cxnSp>
        <p:nvCxnSpPr>
          <p:cNvPr id="57" name="Connecteur droit 56">
            <a:extLst>
              <a:ext uri="{FF2B5EF4-FFF2-40B4-BE49-F238E27FC236}">
                <a16:creationId xmlns:a16="http://schemas.microsoft.com/office/drawing/2014/main" id="{77B2C2A3-D2A8-DB2A-FF74-C46F1484AAEC}"/>
              </a:ext>
            </a:extLst>
          </p:cNvPr>
          <p:cNvCxnSpPr>
            <a:cxnSpLocks/>
          </p:cNvCxnSpPr>
          <p:nvPr/>
        </p:nvCxnSpPr>
        <p:spPr>
          <a:xfrm flipH="1" flipV="1">
            <a:off x="11440819" y="2848297"/>
            <a:ext cx="7330" cy="2065445"/>
          </a:xfrm>
          <a:prstGeom prst="line">
            <a:avLst/>
          </a:prstGeom>
          <a:ln w="57150">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eur droit 58">
            <a:extLst>
              <a:ext uri="{FF2B5EF4-FFF2-40B4-BE49-F238E27FC236}">
                <a16:creationId xmlns:a16="http://schemas.microsoft.com/office/drawing/2014/main" id="{EA434BF3-B985-80A1-659A-18EC5FA439E2}"/>
              </a:ext>
            </a:extLst>
          </p:cNvPr>
          <p:cNvCxnSpPr>
            <a:cxnSpLocks/>
          </p:cNvCxnSpPr>
          <p:nvPr/>
        </p:nvCxnSpPr>
        <p:spPr>
          <a:xfrm flipV="1">
            <a:off x="417638" y="1038458"/>
            <a:ext cx="0" cy="1401672"/>
          </a:xfrm>
          <a:prstGeom prst="line">
            <a:avLst/>
          </a:prstGeom>
          <a:ln w="57150">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60" name="Ellipse 59">
            <a:extLst>
              <a:ext uri="{FF2B5EF4-FFF2-40B4-BE49-F238E27FC236}">
                <a16:creationId xmlns:a16="http://schemas.microsoft.com/office/drawing/2014/main" id="{24179293-D41B-838C-F8F2-27AE1FC50250}"/>
              </a:ext>
            </a:extLst>
          </p:cNvPr>
          <p:cNvSpPr/>
          <p:nvPr/>
        </p:nvSpPr>
        <p:spPr>
          <a:xfrm>
            <a:off x="231529" y="705543"/>
            <a:ext cx="372218" cy="307777"/>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61" name="Ellipse 60">
            <a:extLst>
              <a:ext uri="{FF2B5EF4-FFF2-40B4-BE49-F238E27FC236}">
                <a16:creationId xmlns:a16="http://schemas.microsoft.com/office/drawing/2014/main" id="{208F8764-6DA9-B101-21B8-70FD1FB4203D}"/>
              </a:ext>
            </a:extLst>
          </p:cNvPr>
          <p:cNvSpPr/>
          <p:nvPr/>
        </p:nvSpPr>
        <p:spPr>
          <a:xfrm>
            <a:off x="11243532" y="5001792"/>
            <a:ext cx="372218" cy="383977"/>
          </a:xfrm>
          <a:prstGeom prst="ellipse">
            <a:avLst/>
          </a:prstGeom>
          <a:solidFill>
            <a:schemeClr val="bg1"/>
          </a:solidFill>
          <a:ln w="762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63" name="ZoneTexte 62">
            <a:extLst>
              <a:ext uri="{FF2B5EF4-FFF2-40B4-BE49-F238E27FC236}">
                <a16:creationId xmlns:a16="http://schemas.microsoft.com/office/drawing/2014/main" id="{07DA770A-6685-D8D1-A3FE-80F4A32FE2CB}"/>
              </a:ext>
            </a:extLst>
          </p:cNvPr>
          <p:cNvSpPr txBox="1"/>
          <p:nvPr/>
        </p:nvSpPr>
        <p:spPr>
          <a:xfrm>
            <a:off x="11224528" y="5450091"/>
            <a:ext cx="432170" cy="307777"/>
          </a:xfrm>
          <a:prstGeom prst="rect">
            <a:avLst/>
          </a:prstGeom>
          <a:solidFill>
            <a:schemeClr val="bg1"/>
          </a:solidFill>
        </p:spPr>
        <p:txBody>
          <a:bodyPr wrap="none" rtlCol="0">
            <a:spAutoFit/>
          </a:bodyPr>
          <a:lstStyle/>
          <a:p>
            <a:r>
              <a:rPr lang="fr-CA" sz="1400" b="1" dirty="0"/>
              <a:t>Fin</a:t>
            </a:r>
          </a:p>
        </p:txBody>
      </p:sp>
      <p:sp>
        <p:nvSpPr>
          <p:cNvPr id="64" name="ZoneTexte 63">
            <a:extLst>
              <a:ext uri="{FF2B5EF4-FFF2-40B4-BE49-F238E27FC236}">
                <a16:creationId xmlns:a16="http://schemas.microsoft.com/office/drawing/2014/main" id="{90C39752-6B20-44B1-CE2E-BE278CD6F8B4}"/>
              </a:ext>
            </a:extLst>
          </p:cNvPr>
          <p:cNvSpPr txBox="1"/>
          <p:nvPr/>
        </p:nvSpPr>
        <p:spPr>
          <a:xfrm>
            <a:off x="170676" y="347490"/>
            <a:ext cx="684803" cy="307777"/>
          </a:xfrm>
          <a:prstGeom prst="rect">
            <a:avLst/>
          </a:prstGeom>
          <a:solidFill>
            <a:schemeClr val="bg1"/>
          </a:solidFill>
        </p:spPr>
        <p:txBody>
          <a:bodyPr wrap="none" rtlCol="0">
            <a:spAutoFit/>
          </a:bodyPr>
          <a:lstStyle/>
          <a:p>
            <a:r>
              <a:rPr lang="fr-CA" sz="1400" b="1" dirty="0"/>
              <a:t>Début</a:t>
            </a:r>
          </a:p>
        </p:txBody>
      </p:sp>
      <mc:AlternateContent xmlns:mc="http://schemas.openxmlformats.org/markup-compatibility/2006" xmlns:p14="http://schemas.microsoft.com/office/powerpoint/2010/main">
        <mc:Choice Requires="p14">
          <p:contentPart p14:bwMode="auto" r:id="rId4">
            <p14:nvContentPartPr>
              <p14:cNvPr id="76" name="Encre 75">
                <a:extLst>
                  <a:ext uri="{FF2B5EF4-FFF2-40B4-BE49-F238E27FC236}">
                    <a16:creationId xmlns:a16="http://schemas.microsoft.com/office/drawing/2014/main" id="{05A8E0F6-A1FE-86C5-E012-0C66860AAD84}"/>
                  </a:ext>
                </a:extLst>
              </p14:cNvPr>
              <p14:cNvContentPartPr/>
              <p14:nvPr/>
            </p14:nvContentPartPr>
            <p14:xfrm>
              <a:off x="802830" y="3993030"/>
              <a:ext cx="360" cy="360"/>
            </p14:xfrm>
          </p:contentPart>
        </mc:Choice>
        <mc:Fallback xmlns="">
          <p:pic>
            <p:nvPicPr>
              <p:cNvPr id="76" name="Encre 75">
                <a:extLst>
                  <a:ext uri="{FF2B5EF4-FFF2-40B4-BE49-F238E27FC236}">
                    <a16:creationId xmlns:a16="http://schemas.microsoft.com/office/drawing/2014/main" id="{05A8E0F6-A1FE-86C5-E012-0C66860AAD84}"/>
                  </a:ext>
                </a:extLst>
              </p:cNvPr>
              <p:cNvPicPr/>
              <p:nvPr/>
            </p:nvPicPr>
            <p:blipFill>
              <a:blip r:embed="rId5"/>
              <a:stretch>
                <a:fillRect/>
              </a:stretch>
            </p:blipFill>
            <p:spPr>
              <a:xfrm>
                <a:off x="785190" y="3975390"/>
                <a:ext cx="36000" cy="36000"/>
              </a:xfrm>
              <a:prstGeom prst="rect">
                <a:avLst/>
              </a:prstGeom>
            </p:spPr>
          </p:pic>
        </mc:Fallback>
      </mc:AlternateContent>
      <p:pic>
        <p:nvPicPr>
          <p:cNvPr id="13" name="Graphique 12" descr="Intelligence artificielle avec un remplissage uni">
            <a:extLst>
              <a:ext uri="{FF2B5EF4-FFF2-40B4-BE49-F238E27FC236}">
                <a16:creationId xmlns:a16="http://schemas.microsoft.com/office/drawing/2014/main" id="{858A0363-B44E-BC50-6C84-3BA388AFBB4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2165" y="5326745"/>
            <a:ext cx="546939" cy="546939"/>
          </a:xfrm>
          <a:prstGeom prst="rect">
            <a:avLst/>
          </a:prstGeom>
        </p:spPr>
      </p:pic>
      <p:pic>
        <p:nvPicPr>
          <p:cNvPr id="36" name="Graphique 35" descr="Intelligence artificielle avec un remplissage uni">
            <a:extLst>
              <a:ext uri="{FF2B5EF4-FFF2-40B4-BE49-F238E27FC236}">
                <a16:creationId xmlns:a16="http://schemas.microsoft.com/office/drawing/2014/main" id="{29011F33-8597-8E2B-CB6E-5015762C33B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468868" y="5017696"/>
            <a:ext cx="546939" cy="546939"/>
          </a:xfrm>
          <a:prstGeom prst="rect">
            <a:avLst/>
          </a:prstGeom>
        </p:spPr>
      </p:pic>
      <p:sp>
        <p:nvSpPr>
          <p:cNvPr id="37" name="ZoneTexte 36">
            <a:extLst>
              <a:ext uri="{FF2B5EF4-FFF2-40B4-BE49-F238E27FC236}">
                <a16:creationId xmlns:a16="http://schemas.microsoft.com/office/drawing/2014/main" id="{49B18CE0-EC3C-C627-23CF-F09C5AD3CA8F}"/>
              </a:ext>
            </a:extLst>
          </p:cNvPr>
          <p:cNvSpPr txBox="1"/>
          <p:nvPr/>
        </p:nvSpPr>
        <p:spPr>
          <a:xfrm>
            <a:off x="8021029" y="5443452"/>
            <a:ext cx="1198854" cy="400110"/>
          </a:xfrm>
          <a:prstGeom prst="rect">
            <a:avLst/>
          </a:prstGeom>
          <a:noFill/>
        </p:spPr>
        <p:txBody>
          <a:bodyPr wrap="none" rtlCol="0">
            <a:spAutoFit/>
          </a:bodyPr>
          <a:lstStyle/>
          <a:p>
            <a:r>
              <a:rPr lang="fr-CA" sz="2000" b="1" dirty="0">
                <a:solidFill>
                  <a:schemeClr val="accent2"/>
                </a:solidFill>
              </a:rPr>
              <a:t>Agent  IA</a:t>
            </a:r>
          </a:p>
        </p:txBody>
      </p:sp>
      <p:sp>
        <p:nvSpPr>
          <p:cNvPr id="41" name="Accolade fermante 40">
            <a:extLst>
              <a:ext uri="{FF2B5EF4-FFF2-40B4-BE49-F238E27FC236}">
                <a16:creationId xmlns:a16="http://schemas.microsoft.com/office/drawing/2014/main" id="{67BA99DE-0944-78D5-98D9-8426072EF150}"/>
              </a:ext>
            </a:extLst>
          </p:cNvPr>
          <p:cNvSpPr/>
          <p:nvPr/>
        </p:nvSpPr>
        <p:spPr>
          <a:xfrm rot="5400000">
            <a:off x="4630857" y="2173612"/>
            <a:ext cx="276121" cy="8901928"/>
          </a:xfrm>
          <a:prstGeom prst="rightBrace">
            <a:avLst/>
          </a:prstGeom>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CA" dirty="0"/>
          </a:p>
        </p:txBody>
      </p:sp>
      <p:sp>
        <p:nvSpPr>
          <p:cNvPr id="42" name="ZoneTexte 41">
            <a:extLst>
              <a:ext uri="{FF2B5EF4-FFF2-40B4-BE49-F238E27FC236}">
                <a16:creationId xmlns:a16="http://schemas.microsoft.com/office/drawing/2014/main" id="{A347CD62-E0D5-EBE1-C784-35261DE685F3}"/>
              </a:ext>
            </a:extLst>
          </p:cNvPr>
          <p:cNvSpPr txBox="1"/>
          <p:nvPr/>
        </p:nvSpPr>
        <p:spPr>
          <a:xfrm>
            <a:off x="4182319" y="6017858"/>
            <a:ext cx="2350452" cy="400110"/>
          </a:xfrm>
          <a:prstGeom prst="rect">
            <a:avLst/>
          </a:prstGeom>
          <a:noFill/>
        </p:spPr>
        <p:txBody>
          <a:bodyPr wrap="none" rtlCol="0">
            <a:spAutoFit/>
          </a:bodyPr>
          <a:lstStyle/>
          <a:p>
            <a:r>
              <a:rPr lang="fr-CA" sz="2000" b="1" dirty="0">
                <a:solidFill>
                  <a:srgbClr val="0070C0"/>
                </a:solidFill>
              </a:rPr>
              <a:t>Preuve de concept</a:t>
            </a:r>
          </a:p>
        </p:txBody>
      </p:sp>
    </p:spTree>
    <p:extLst>
      <p:ext uri="{BB962C8B-B14F-4D97-AF65-F5344CB8AC3E}">
        <p14:creationId xmlns:p14="http://schemas.microsoft.com/office/powerpoint/2010/main" val="1711142527"/>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111</TotalTime>
  <Words>205</Words>
  <Application>Microsoft Office PowerPoint</Application>
  <PresentationFormat>Grand écran</PresentationFormat>
  <Paragraphs>60</Paragraphs>
  <Slides>3</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vt:i4>
      </vt:variant>
    </vt:vector>
  </HeadingPairs>
  <TitlesOfParts>
    <vt:vector size="8" baseType="lpstr">
      <vt:lpstr>Aptos</vt:lpstr>
      <vt:lpstr>Aptos Display</vt:lpstr>
      <vt:lpstr>Arial</vt:lpstr>
      <vt:lpstr>Segoe UI</vt:lpstr>
      <vt:lpstr>Thème Office</vt:lpstr>
      <vt:lpstr>Besoins affaires</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Kamel Kheroua</dc:creator>
  <cp:lastModifiedBy>Kamel Kheroua</cp:lastModifiedBy>
  <cp:revision>2</cp:revision>
  <dcterms:created xsi:type="dcterms:W3CDTF">2026-06-05T14:29:55Z</dcterms:created>
  <dcterms:modified xsi:type="dcterms:W3CDTF">2026-06-23T14:59:01Z</dcterms:modified>
</cp:coreProperties>
</file>